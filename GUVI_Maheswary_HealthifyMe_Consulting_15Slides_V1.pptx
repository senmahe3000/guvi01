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7" r:id="rId4"/>
  </p:sldMasterIdLst>
  <p:notesMasterIdLst>
    <p:notesMasterId r:id="rId26"/>
  </p:notesMasterIdLst>
  <p:handoutMasterIdLst>
    <p:handoutMasterId r:id="rId27"/>
  </p:handout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 id="2574" r:id="rId18"/>
    <p:sldId id="2575" r:id="rId19"/>
    <p:sldId id="2576" r:id="rId20"/>
    <p:sldId id="2577" r:id="rId21"/>
    <p:sldId id="2578" r:id="rId22"/>
    <p:sldId id="2579" r:id="rId23"/>
    <p:sldId id="2580" r:id="rId24"/>
    <p:sldId id="2581"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ealthifyMe HealthCheck Platform – Consulting-Style Business Requirements Overview" id="{44D53387-FC7E-4A82-B1F0-249B5DE430E7}">
          <p14:sldIdLst>
            <p14:sldId id="2561"/>
          </p14:sldIdLst>
        </p14:section>
        <p14:section name="Strategic Context and Value Proposition" id="{A237C86B-36F7-4E69-9DB8-ACAD0931D5EB}">
          <p14:sldIdLst>
            <p14:sldId id="2562"/>
            <p14:sldId id="2563"/>
            <p14:sldId id="2564"/>
            <p14:sldId id="2565"/>
          </p14:sldIdLst>
        </p14:section>
        <p14:section name="Scope Definition and Metric Framework" id="{8440D59D-9BD7-4868-B82E-9212E26ED9EB}">
          <p14:sldIdLst>
            <p14:sldId id="2566"/>
            <p14:sldId id="2567"/>
            <p14:sldId id="2568"/>
            <p14:sldId id="2569"/>
          </p14:sldIdLst>
        </p14:section>
        <p14:section name="Functional Capabilities and User Experience" id="{674B8088-E4F1-482C-990B-612141382983}">
          <p14:sldIdLst>
            <p14:sldId id="2570"/>
            <p14:sldId id="2571"/>
            <p14:sldId id="2572"/>
            <p14:sldId id="2573"/>
          </p14:sldIdLst>
        </p14:section>
        <p14:section name="Dashboards, Analytics, and Journey" id="{6B950411-680F-41F0-A3E9-5BEB1B037AB0}">
          <p14:sldIdLst>
            <p14:sldId id="2574"/>
            <p14:sldId id="2575"/>
            <p14:sldId id="2576"/>
            <p14:sldId id="2577"/>
          </p14:sldIdLst>
        </p14:section>
        <p14:section name="Delivery, Governance, and Outcomes" id="{C753156F-0202-40C5-A31C-F973711D2BCC}">
          <p14:sldIdLst>
            <p14:sldId id="2578"/>
            <p14:sldId id="2579"/>
            <p14:sldId id="2580"/>
            <p14:sldId id="258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1BBDA73-3AC7-402D-BB18-ABC61393E188}" v="24" dt="2026-03-13T00:42:30.4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37" autoAdjust="0"/>
    <p:restoredTop sz="94660"/>
  </p:normalViewPr>
  <p:slideViewPr>
    <p:cSldViewPr>
      <p:cViewPr varScale="1">
        <p:scale>
          <a:sx n="70" d="100"/>
          <a:sy n="70" d="100"/>
        </p:scale>
        <p:origin x="348" y="52"/>
      </p:cViewPr>
      <p:guideLst/>
    </p:cSldViewPr>
  </p:slideViewPr>
  <p:notesTextViewPr>
    <p:cViewPr>
      <p:scale>
        <a:sx n="1" d="1"/>
        <a:sy n="1" d="1"/>
      </p:scale>
      <p:origin x="0" y="0"/>
    </p:cViewPr>
  </p:notesTextViewPr>
  <p:sorterViewPr>
    <p:cViewPr>
      <p:scale>
        <a:sx n="90" d="100"/>
        <a:sy n="90" d="100"/>
      </p:scale>
      <p:origin x="0" y="-5060"/>
    </p:cViewPr>
  </p:sorterViewPr>
  <p:notesViewPr>
    <p:cSldViewPr>
      <p:cViewPr varScale="1">
        <p:scale>
          <a:sx n="56" d="100"/>
          <a:sy n="56" d="100"/>
        </p:scale>
        <p:origin x="2588" y="4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81BBDA73-3AC7-402D-BB18-ABC61393E188}"/>
    <pc:docChg chg="addSld delSld modSld addSection">
      <pc:chgData name="" userId="" providerId="" clId="Web-{81BBDA73-3AC7-402D-BB18-ABC61393E188}" dt="2026-03-13T00:42:30.410" v="24" actId="34807"/>
      <pc:docMkLst>
        <pc:docMk/>
      </pc:docMkLst>
      <pc:sldChg chg="del">
        <pc:chgData name="" userId="" providerId="" clId="Web-{81BBDA73-3AC7-402D-BB18-ABC61393E188}" dt="2026-03-13T00:42:30.082" v="0" actId="34807"/>
        <pc:sldMkLst>
          <pc:docMk/>
          <pc:sldMk cId="2812452602" sldId="258"/>
        </pc:sldMkLst>
      </pc:sldChg>
      <pc:sldChg chg="modSp add mod modClrScheme addAnim chgLayout">
        <pc:chgData name="" userId="" providerId="" clId="Web-{81BBDA73-3AC7-402D-BB18-ABC61393E188}" dt="2026-03-13T00:42:30.394" v="4" actId="34807"/>
        <pc:sldMkLst>
          <pc:docMk/>
          <pc:sldMk cId="1550869512" sldId="2561"/>
        </pc:sldMkLst>
        <pc:spChg chg="mod">
          <ac:chgData name="" userId="" providerId="" clId="Web-{81BBDA73-3AC7-402D-BB18-ABC61393E188}" dt="2026-03-13T00:42:30.394" v="1" actId="34807"/>
          <ac:spMkLst>
            <pc:docMk/>
            <pc:sldMk cId="1550869512" sldId="2561"/>
            <ac:spMk id="2" creationId="{3CB796E6-AF02-F164-6204-1FC8717D9326}"/>
          </ac:spMkLst>
        </pc:spChg>
        <pc:spChg chg="mod">
          <ac:chgData name="" userId="" providerId="" clId="Web-{81BBDA73-3AC7-402D-BB18-ABC61393E188}" dt="2026-03-13T00:42:30.394" v="1" actId="34807"/>
          <ac:spMkLst>
            <pc:docMk/>
            <pc:sldMk cId="1550869512" sldId="2561"/>
            <ac:spMk id="3" creationId="{24849D49-4AC9-BB67-25C1-DE633A3C4B16}"/>
          </ac:spMkLst>
        </pc:spChg>
        <pc:spChg chg="mod">
          <ac:chgData name="" userId="" providerId="" clId="Web-{81BBDA73-3AC7-402D-BB18-ABC61393E188}" dt="2026-03-13T00:42:30.394" v="1" actId="34807"/>
          <ac:spMkLst>
            <pc:docMk/>
            <pc:sldMk cId="1550869512" sldId="2561"/>
            <ac:spMk id="4" creationId="{0E357D0D-A3FF-EB57-0DB6-6DFFBCDB139E}"/>
          </ac:spMkLst>
        </pc:spChg>
        <pc:spChg chg="mod">
          <ac:chgData name="" userId="" providerId="" clId="Web-{81BBDA73-3AC7-402D-BB18-ABC61393E188}" dt="2026-03-13T00:42:30.394" v="1" actId="34807"/>
          <ac:spMkLst>
            <pc:docMk/>
            <pc:sldMk cId="1550869512" sldId="2561"/>
            <ac:spMk id="5" creationId="{534775B1-67F1-9FE7-AC98-AFA3622C7C57}"/>
          </ac:spMkLst>
        </pc:spChg>
        <pc:spChg chg="mod">
          <ac:chgData name="" userId="" providerId="" clId="Web-{81BBDA73-3AC7-402D-BB18-ABC61393E188}" dt="2026-03-13T00:42:30.394" v="1" actId="34807"/>
          <ac:spMkLst>
            <pc:docMk/>
            <pc:sldMk cId="1550869512" sldId="2561"/>
            <ac:spMk id="6" creationId="{B9532969-82EF-1499-047D-158B0313E9F9}"/>
          </ac:spMkLst>
        </pc:spChg>
        <pc:picChg chg="mod">
          <ac:chgData name="" userId="" providerId="" clId="Web-{81BBDA73-3AC7-402D-BB18-ABC61393E188}" dt="2026-03-13T00:42:30.394" v="1" actId="34807"/>
          <ac:picMkLst>
            <pc:docMk/>
            <pc:sldMk cId="1550869512" sldId="2561"/>
            <ac:picMk id="7" creationId="{866147D3-D33A-457A-98AE-09AF3BA607EB}"/>
          </ac:picMkLst>
        </pc:picChg>
      </pc:sldChg>
      <pc:sldChg chg="modSp add mod modTransition modClrScheme addAnim chgLayout">
        <pc:chgData name="" userId="" providerId="" clId="Web-{81BBDA73-3AC7-402D-BB18-ABC61393E188}" dt="2026-03-13T00:42:30.394" v="5" actId="34807"/>
        <pc:sldMkLst>
          <pc:docMk/>
          <pc:sldMk cId="3327495870" sldId="2562"/>
        </pc:sldMkLst>
        <pc:spChg chg="mod">
          <ac:chgData name="" userId="" providerId="" clId="Web-{81BBDA73-3AC7-402D-BB18-ABC61393E188}" dt="2026-03-13T00:42:30.394" v="1" actId="34807"/>
          <ac:spMkLst>
            <pc:docMk/>
            <pc:sldMk cId="3327495870" sldId="2562"/>
            <ac:spMk id="2" creationId="{59730706-5B08-C86E-C990-7F17BAC0FD84}"/>
          </ac:spMkLst>
        </pc:spChg>
        <pc:spChg chg="mod">
          <ac:chgData name="" userId="" providerId="" clId="Web-{81BBDA73-3AC7-402D-BB18-ABC61393E188}" dt="2026-03-13T00:42:30.394" v="1" actId="34807"/>
          <ac:spMkLst>
            <pc:docMk/>
            <pc:sldMk cId="3327495870" sldId="2562"/>
            <ac:spMk id="4" creationId="{87B9DC38-BFE5-28DD-4629-7E6586E5C5E8}"/>
          </ac:spMkLst>
        </pc:spChg>
        <pc:spChg chg="mod">
          <ac:chgData name="" userId="" providerId="" clId="Web-{81BBDA73-3AC7-402D-BB18-ABC61393E188}" dt="2026-03-13T00:42:30.394" v="1" actId="34807"/>
          <ac:spMkLst>
            <pc:docMk/>
            <pc:sldMk cId="3327495870" sldId="2562"/>
            <ac:spMk id="5" creationId="{546A1C94-133D-556F-FF84-7C81C4DB47B4}"/>
          </ac:spMkLst>
        </pc:spChg>
        <pc:spChg chg="mod">
          <ac:chgData name="" userId="" providerId="" clId="Web-{81BBDA73-3AC7-402D-BB18-ABC61393E188}" dt="2026-03-13T00:42:30.394" v="1" actId="34807"/>
          <ac:spMkLst>
            <pc:docMk/>
            <pc:sldMk cId="3327495870" sldId="2562"/>
            <ac:spMk id="6" creationId="{C6D7923B-D368-0893-34C0-5D013AAC28B6}"/>
          </ac:spMkLst>
        </pc:spChg>
      </pc:sldChg>
      <pc:sldChg chg="modSp add mod modTransition modClrScheme addAnim chgLayout">
        <pc:chgData name="" userId="" providerId="" clId="Web-{81BBDA73-3AC7-402D-BB18-ABC61393E188}" dt="2026-03-13T00:42:30.394" v="6" actId="34807"/>
        <pc:sldMkLst>
          <pc:docMk/>
          <pc:sldMk cId="3309028541" sldId="2563"/>
        </pc:sldMkLst>
        <pc:spChg chg="mod">
          <ac:chgData name="" userId="" providerId="" clId="Web-{81BBDA73-3AC7-402D-BB18-ABC61393E188}" dt="2026-03-13T00:42:30.394" v="1" actId="34807"/>
          <ac:spMkLst>
            <pc:docMk/>
            <pc:sldMk cId="3309028541" sldId="2563"/>
            <ac:spMk id="2" creationId="{2383DC19-74D7-DC0D-60FC-15B4EB5ABC02}"/>
          </ac:spMkLst>
        </pc:spChg>
        <pc:spChg chg="mod ord">
          <ac:chgData name="" userId="" providerId="" clId="Web-{81BBDA73-3AC7-402D-BB18-ABC61393E188}" dt="2026-03-13T00:42:30.394" v="1" actId="34807"/>
          <ac:spMkLst>
            <pc:docMk/>
            <pc:sldMk cId="3309028541" sldId="2563"/>
            <ac:spMk id="3" creationId="{A3F7C1BB-0EC1-EEC9-0B36-D3044EFA6BA1}"/>
          </ac:spMkLst>
        </pc:spChg>
        <pc:spChg chg="mod">
          <ac:chgData name="" userId="" providerId="" clId="Web-{81BBDA73-3AC7-402D-BB18-ABC61393E188}" dt="2026-03-13T00:42:30.394" v="1" actId="34807"/>
          <ac:spMkLst>
            <pc:docMk/>
            <pc:sldMk cId="3309028541" sldId="2563"/>
            <ac:spMk id="4" creationId="{30259D6A-2F3D-5D16-BAD7-7ECC70E2B52D}"/>
          </ac:spMkLst>
        </pc:spChg>
        <pc:spChg chg="mod">
          <ac:chgData name="" userId="" providerId="" clId="Web-{81BBDA73-3AC7-402D-BB18-ABC61393E188}" dt="2026-03-13T00:42:30.394" v="1" actId="34807"/>
          <ac:spMkLst>
            <pc:docMk/>
            <pc:sldMk cId="3309028541" sldId="2563"/>
            <ac:spMk id="5" creationId="{F25760C8-F9ED-2BF7-6D77-ABDFC1A36026}"/>
          </ac:spMkLst>
        </pc:spChg>
        <pc:spChg chg="mod">
          <ac:chgData name="" userId="" providerId="" clId="Web-{81BBDA73-3AC7-402D-BB18-ABC61393E188}" dt="2026-03-13T00:42:30.394" v="1" actId="34807"/>
          <ac:spMkLst>
            <pc:docMk/>
            <pc:sldMk cId="3309028541" sldId="2563"/>
            <ac:spMk id="6" creationId="{82DFCBA3-CD8A-5812-BA15-B18E7853EAD4}"/>
          </ac:spMkLst>
        </pc:spChg>
        <pc:picChg chg="mod">
          <ac:chgData name="" userId="" providerId="" clId="Web-{81BBDA73-3AC7-402D-BB18-ABC61393E188}" dt="2026-03-13T00:42:30.394" v="1" actId="34807"/>
          <ac:picMkLst>
            <pc:docMk/>
            <pc:sldMk cId="3309028541" sldId="2563"/>
            <ac:picMk id="8" creationId="{C1808A2F-3058-424D-A0AB-CE7B3717DC1F}"/>
          </ac:picMkLst>
        </pc:picChg>
      </pc:sldChg>
      <pc:sldChg chg="modSp add mod modTransition modClrScheme addAnim chgLayout">
        <pc:chgData name="" userId="" providerId="" clId="Web-{81BBDA73-3AC7-402D-BB18-ABC61393E188}" dt="2026-03-13T00:42:30.394" v="7" actId="34807"/>
        <pc:sldMkLst>
          <pc:docMk/>
          <pc:sldMk cId="1213999766" sldId="2564"/>
        </pc:sldMkLst>
        <pc:spChg chg="mod">
          <ac:chgData name="" userId="" providerId="" clId="Web-{81BBDA73-3AC7-402D-BB18-ABC61393E188}" dt="2026-03-13T00:42:30.394" v="1" actId="34807"/>
          <ac:spMkLst>
            <pc:docMk/>
            <pc:sldMk cId="1213999766" sldId="2564"/>
            <ac:spMk id="2" creationId="{22629D07-A1E2-DE14-DB17-09E9525DB613}"/>
          </ac:spMkLst>
        </pc:spChg>
        <pc:spChg chg="mod ord">
          <ac:chgData name="" userId="" providerId="" clId="Web-{81BBDA73-3AC7-402D-BB18-ABC61393E188}" dt="2026-03-13T00:42:30.394" v="1" actId="34807"/>
          <ac:spMkLst>
            <pc:docMk/>
            <pc:sldMk cId="1213999766" sldId="2564"/>
            <ac:spMk id="3" creationId="{2B57FF1F-645D-2566-1EE6-FB3EE1902EF2}"/>
          </ac:spMkLst>
        </pc:spChg>
        <pc:spChg chg="mod">
          <ac:chgData name="" userId="" providerId="" clId="Web-{81BBDA73-3AC7-402D-BB18-ABC61393E188}" dt="2026-03-13T00:42:30.394" v="1" actId="34807"/>
          <ac:spMkLst>
            <pc:docMk/>
            <pc:sldMk cId="1213999766" sldId="2564"/>
            <ac:spMk id="4" creationId="{91760629-F137-EE1B-BE3C-DEDBE9234D2D}"/>
          </ac:spMkLst>
        </pc:spChg>
        <pc:spChg chg="mod">
          <ac:chgData name="" userId="" providerId="" clId="Web-{81BBDA73-3AC7-402D-BB18-ABC61393E188}" dt="2026-03-13T00:42:30.394" v="1" actId="34807"/>
          <ac:spMkLst>
            <pc:docMk/>
            <pc:sldMk cId="1213999766" sldId="2564"/>
            <ac:spMk id="5" creationId="{0941367A-04A1-AE22-8262-54BBFEC9A25D}"/>
          </ac:spMkLst>
        </pc:spChg>
        <pc:spChg chg="mod">
          <ac:chgData name="" userId="" providerId="" clId="Web-{81BBDA73-3AC7-402D-BB18-ABC61393E188}" dt="2026-03-13T00:42:30.394" v="1" actId="34807"/>
          <ac:spMkLst>
            <pc:docMk/>
            <pc:sldMk cId="1213999766" sldId="2564"/>
            <ac:spMk id="6" creationId="{A47E4103-745D-D07B-8A6A-ADD47E5CC835}"/>
          </ac:spMkLst>
        </pc:spChg>
        <pc:picChg chg="mod">
          <ac:chgData name="" userId="" providerId="" clId="Web-{81BBDA73-3AC7-402D-BB18-ABC61393E188}" dt="2026-03-13T00:42:30.394" v="1" actId="34807"/>
          <ac:picMkLst>
            <pc:docMk/>
            <pc:sldMk cId="1213999766" sldId="2564"/>
            <ac:picMk id="8" creationId="{50E3D2AE-3257-4D9D-9D7F-4F4059003D48}"/>
          </ac:picMkLst>
        </pc:picChg>
      </pc:sldChg>
      <pc:sldChg chg="modSp add mod modTransition modClrScheme addAnim chgLayout">
        <pc:chgData name="" userId="" providerId="" clId="Web-{81BBDA73-3AC7-402D-BB18-ABC61393E188}" dt="2026-03-13T00:42:30.394" v="8" actId="34807"/>
        <pc:sldMkLst>
          <pc:docMk/>
          <pc:sldMk cId="1314377094" sldId="2565"/>
        </pc:sldMkLst>
        <pc:spChg chg="mod">
          <ac:chgData name="" userId="" providerId="" clId="Web-{81BBDA73-3AC7-402D-BB18-ABC61393E188}" dt="2026-03-13T00:42:30.394" v="1" actId="34807"/>
          <ac:spMkLst>
            <pc:docMk/>
            <pc:sldMk cId="1314377094" sldId="2565"/>
            <ac:spMk id="2" creationId="{8739F7AC-FDEC-F435-4C3C-9F1CEE2E9A76}"/>
          </ac:spMkLst>
        </pc:spChg>
        <pc:spChg chg="mod ord">
          <ac:chgData name="" userId="" providerId="" clId="Web-{81BBDA73-3AC7-402D-BB18-ABC61393E188}" dt="2026-03-13T00:42:30.394" v="1" actId="34807"/>
          <ac:spMkLst>
            <pc:docMk/>
            <pc:sldMk cId="1314377094" sldId="2565"/>
            <ac:spMk id="3" creationId="{A82F9190-20A9-82B4-71B6-D8125F8B7244}"/>
          </ac:spMkLst>
        </pc:spChg>
        <pc:spChg chg="mod">
          <ac:chgData name="" userId="" providerId="" clId="Web-{81BBDA73-3AC7-402D-BB18-ABC61393E188}" dt="2026-03-13T00:42:30.394" v="1" actId="34807"/>
          <ac:spMkLst>
            <pc:docMk/>
            <pc:sldMk cId="1314377094" sldId="2565"/>
            <ac:spMk id="4" creationId="{E036F6D1-B619-3DC0-0198-5ED5910C07E4}"/>
          </ac:spMkLst>
        </pc:spChg>
        <pc:spChg chg="mod">
          <ac:chgData name="" userId="" providerId="" clId="Web-{81BBDA73-3AC7-402D-BB18-ABC61393E188}" dt="2026-03-13T00:42:30.394" v="1" actId="34807"/>
          <ac:spMkLst>
            <pc:docMk/>
            <pc:sldMk cId="1314377094" sldId="2565"/>
            <ac:spMk id="5" creationId="{B13477FE-4832-E857-E87D-3670098D1BF8}"/>
          </ac:spMkLst>
        </pc:spChg>
        <pc:spChg chg="mod">
          <ac:chgData name="" userId="" providerId="" clId="Web-{81BBDA73-3AC7-402D-BB18-ABC61393E188}" dt="2026-03-13T00:42:30.394" v="1" actId="34807"/>
          <ac:spMkLst>
            <pc:docMk/>
            <pc:sldMk cId="1314377094" sldId="2565"/>
            <ac:spMk id="6" creationId="{D4CE22AC-9E20-2A17-C822-CBD95E806D2C}"/>
          </ac:spMkLst>
        </pc:spChg>
        <pc:picChg chg="mod">
          <ac:chgData name="" userId="" providerId="" clId="Web-{81BBDA73-3AC7-402D-BB18-ABC61393E188}" dt="2026-03-13T00:42:30.394" v="1" actId="34807"/>
          <ac:picMkLst>
            <pc:docMk/>
            <pc:sldMk cId="1314377094" sldId="2565"/>
            <ac:picMk id="8" creationId="{44125BB8-60D4-428E-AF4A-12176BC23CAC}"/>
          </ac:picMkLst>
        </pc:picChg>
      </pc:sldChg>
      <pc:sldChg chg="modSp add mod modTransition modClrScheme addAnim chgLayout">
        <pc:chgData name="" userId="" providerId="" clId="Web-{81BBDA73-3AC7-402D-BB18-ABC61393E188}" dt="2026-03-13T00:42:30.394" v="9" actId="34807"/>
        <pc:sldMkLst>
          <pc:docMk/>
          <pc:sldMk cId="509499440" sldId="2566"/>
        </pc:sldMkLst>
        <pc:spChg chg="mod">
          <ac:chgData name="" userId="" providerId="" clId="Web-{81BBDA73-3AC7-402D-BB18-ABC61393E188}" dt="2026-03-13T00:42:30.394" v="1" actId="34807"/>
          <ac:spMkLst>
            <pc:docMk/>
            <pc:sldMk cId="509499440" sldId="2566"/>
            <ac:spMk id="2" creationId="{AC299B1B-342C-94A8-8C9E-037CE744DCBC}"/>
          </ac:spMkLst>
        </pc:spChg>
        <pc:spChg chg="mod">
          <ac:chgData name="" userId="" providerId="" clId="Web-{81BBDA73-3AC7-402D-BB18-ABC61393E188}" dt="2026-03-13T00:42:30.394" v="1" actId="34807"/>
          <ac:spMkLst>
            <pc:docMk/>
            <pc:sldMk cId="509499440" sldId="2566"/>
            <ac:spMk id="4" creationId="{DB7C2D62-160A-DC87-A6EA-3268A01AC7F1}"/>
          </ac:spMkLst>
        </pc:spChg>
        <pc:spChg chg="mod">
          <ac:chgData name="" userId="" providerId="" clId="Web-{81BBDA73-3AC7-402D-BB18-ABC61393E188}" dt="2026-03-13T00:42:30.394" v="1" actId="34807"/>
          <ac:spMkLst>
            <pc:docMk/>
            <pc:sldMk cId="509499440" sldId="2566"/>
            <ac:spMk id="5" creationId="{8489254F-0D13-385F-393C-7ACA673086B6}"/>
          </ac:spMkLst>
        </pc:spChg>
        <pc:spChg chg="mod">
          <ac:chgData name="" userId="" providerId="" clId="Web-{81BBDA73-3AC7-402D-BB18-ABC61393E188}" dt="2026-03-13T00:42:30.394" v="1" actId="34807"/>
          <ac:spMkLst>
            <pc:docMk/>
            <pc:sldMk cId="509499440" sldId="2566"/>
            <ac:spMk id="6" creationId="{0A9F9F8D-3797-44A0-BAF5-92B578733EDA}"/>
          </ac:spMkLst>
        </pc:spChg>
      </pc:sldChg>
      <pc:sldChg chg="modSp add mod modTransition modClrScheme addAnim chgLayout">
        <pc:chgData name="" userId="" providerId="" clId="Web-{81BBDA73-3AC7-402D-BB18-ABC61393E188}" dt="2026-03-13T00:42:30.394" v="10" actId="34807"/>
        <pc:sldMkLst>
          <pc:docMk/>
          <pc:sldMk cId="621019881" sldId="2567"/>
        </pc:sldMkLst>
        <pc:spChg chg="mod">
          <ac:chgData name="" userId="" providerId="" clId="Web-{81BBDA73-3AC7-402D-BB18-ABC61393E188}" dt="2026-03-13T00:42:30.394" v="1" actId="34807"/>
          <ac:spMkLst>
            <pc:docMk/>
            <pc:sldMk cId="621019881" sldId="2567"/>
            <ac:spMk id="2" creationId="{7D6015D7-730C-FC4A-6596-5A0CC1DD779C}"/>
          </ac:spMkLst>
        </pc:spChg>
        <pc:spChg chg="mod ord">
          <ac:chgData name="" userId="" providerId="" clId="Web-{81BBDA73-3AC7-402D-BB18-ABC61393E188}" dt="2026-03-13T00:42:30.394" v="1" actId="34807"/>
          <ac:spMkLst>
            <pc:docMk/>
            <pc:sldMk cId="621019881" sldId="2567"/>
            <ac:spMk id="3" creationId="{63303361-BD92-C406-21DD-4C49A8E8DD32}"/>
          </ac:spMkLst>
        </pc:spChg>
        <pc:spChg chg="mod">
          <ac:chgData name="" userId="" providerId="" clId="Web-{81BBDA73-3AC7-402D-BB18-ABC61393E188}" dt="2026-03-13T00:42:30.394" v="1" actId="34807"/>
          <ac:spMkLst>
            <pc:docMk/>
            <pc:sldMk cId="621019881" sldId="2567"/>
            <ac:spMk id="4" creationId="{DEABE9EA-1770-E002-0A68-F9B239A55B1C}"/>
          </ac:spMkLst>
        </pc:spChg>
        <pc:spChg chg="mod">
          <ac:chgData name="" userId="" providerId="" clId="Web-{81BBDA73-3AC7-402D-BB18-ABC61393E188}" dt="2026-03-13T00:42:30.394" v="1" actId="34807"/>
          <ac:spMkLst>
            <pc:docMk/>
            <pc:sldMk cId="621019881" sldId="2567"/>
            <ac:spMk id="5" creationId="{6A281B19-50A5-36BC-999C-91F03F1AA8C4}"/>
          </ac:spMkLst>
        </pc:spChg>
        <pc:spChg chg="mod">
          <ac:chgData name="" userId="" providerId="" clId="Web-{81BBDA73-3AC7-402D-BB18-ABC61393E188}" dt="2026-03-13T00:42:30.394" v="1" actId="34807"/>
          <ac:spMkLst>
            <pc:docMk/>
            <pc:sldMk cId="621019881" sldId="2567"/>
            <ac:spMk id="6" creationId="{E3C3BE5F-3A61-04DD-F48B-7F52CCC39325}"/>
          </ac:spMkLst>
        </pc:spChg>
        <pc:picChg chg="mod">
          <ac:chgData name="" userId="" providerId="" clId="Web-{81BBDA73-3AC7-402D-BB18-ABC61393E188}" dt="2026-03-13T00:42:30.394" v="1" actId="34807"/>
          <ac:picMkLst>
            <pc:docMk/>
            <pc:sldMk cId="621019881" sldId="2567"/>
            <ac:picMk id="8" creationId="{B46692B6-CD99-462E-BB43-7ACB73D06148}"/>
          </ac:picMkLst>
        </pc:picChg>
      </pc:sldChg>
      <pc:sldChg chg="modSp add mod modTransition modClrScheme addAnim chgLayout">
        <pc:chgData name="" userId="" providerId="" clId="Web-{81BBDA73-3AC7-402D-BB18-ABC61393E188}" dt="2026-03-13T00:42:30.394" v="11" actId="34807"/>
        <pc:sldMkLst>
          <pc:docMk/>
          <pc:sldMk cId="3295484925" sldId="2568"/>
        </pc:sldMkLst>
        <pc:spChg chg="mod">
          <ac:chgData name="" userId="" providerId="" clId="Web-{81BBDA73-3AC7-402D-BB18-ABC61393E188}" dt="2026-03-13T00:42:30.394" v="1" actId="34807"/>
          <ac:spMkLst>
            <pc:docMk/>
            <pc:sldMk cId="3295484925" sldId="2568"/>
            <ac:spMk id="2" creationId="{B24A45A9-35A5-4DB9-3685-EEE534828638}"/>
          </ac:spMkLst>
        </pc:spChg>
        <pc:spChg chg="mod ord">
          <ac:chgData name="" userId="" providerId="" clId="Web-{81BBDA73-3AC7-402D-BB18-ABC61393E188}" dt="2026-03-13T00:42:30.394" v="1" actId="34807"/>
          <ac:spMkLst>
            <pc:docMk/>
            <pc:sldMk cId="3295484925" sldId="2568"/>
            <ac:spMk id="3" creationId="{6EF604E9-CAA1-C04D-EC85-9852F16EB7B1}"/>
          </ac:spMkLst>
        </pc:spChg>
        <pc:spChg chg="mod">
          <ac:chgData name="" userId="" providerId="" clId="Web-{81BBDA73-3AC7-402D-BB18-ABC61393E188}" dt="2026-03-13T00:42:30.394" v="1" actId="34807"/>
          <ac:spMkLst>
            <pc:docMk/>
            <pc:sldMk cId="3295484925" sldId="2568"/>
            <ac:spMk id="4" creationId="{00C1BF56-3DF4-54C1-BC32-2EE55E3384F4}"/>
          </ac:spMkLst>
        </pc:spChg>
        <pc:spChg chg="mod">
          <ac:chgData name="" userId="" providerId="" clId="Web-{81BBDA73-3AC7-402D-BB18-ABC61393E188}" dt="2026-03-13T00:42:30.394" v="1" actId="34807"/>
          <ac:spMkLst>
            <pc:docMk/>
            <pc:sldMk cId="3295484925" sldId="2568"/>
            <ac:spMk id="5" creationId="{1385A0DB-FE47-A882-7850-2EC9A2634EDC}"/>
          </ac:spMkLst>
        </pc:spChg>
        <pc:spChg chg="mod">
          <ac:chgData name="" userId="" providerId="" clId="Web-{81BBDA73-3AC7-402D-BB18-ABC61393E188}" dt="2026-03-13T00:42:30.394" v="1" actId="34807"/>
          <ac:spMkLst>
            <pc:docMk/>
            <pc:sldMk cId="3295484925" sldId="2568"/>
            <ac:spMk id="6" creationId="{6E7EF60D-665D-0D35-9E5A-5B68083DA233}"/>
          </ac:spMkLst>
        </pc:spChg>
        <pc:picChg chg="mod">
          <ac:chgData name="" userId="" providerId="" clId="Web-{81BBDA73-3AC7-402D-BB18-ABC61393E188}" dt="2026-03-13T00:42:30.394" v="1" actId="34807"/>
          <ac:picMkLst>
            <pc:docMk/>
            <pc:sldMk cId="3295484925" sldId="2568"/>
            <ac:picMk id="8" creationId="{0DE487EA-8EB6-4500-BCE5-81FAAD4F449F}"/>
          </ac:picMkLst>
        </pc:picChg>
      </pc:sldChg>
      <pc:sldChg chg="modSp add mod modTransition modClrScheme addAnim chgLayout">
        <pc:chgData name="" userId="" providerId="" clId="Web-{81BBDA73-3AC7-402D-BB18-ABC61393E188}" dt="2026-03-13T00:42:30.394" v="12" actId="34807"/>
        <pc:sldMkLst>
          <pc:docMk/>
          <pc:sldMk cId="1119440199" sldId="2569"/>
        </pc:sldMkLst>
        <pc:spChg chg="mod">
          <ac:chgData name="" userId="" providerId="" clId="Web-{81BBDA73-3AC7-402D-BB18-ABC61393E188}" dt="2026-03-13T00:42:30.394" v="1" actId="34807"/>
          <ac:spMkLst>
            <pc:docMk/>
            <pc:sldMk cId="1119440199" sldId="2569"/>
            <ac:spMk id="2" creationId="{C5B72F4F-F808-1F62-AE28-F3F80EBAC2DC}"/>
          </ac:spMkLst>
        </pc:spChg>
        <pc:spChg chg="mod ord">
          <ac:chgData name="" userId="" providerId="" clId="Web-{81BBDA73-3AC7-402D-BB18-ABC61393E188}" dt="2026-03-13T00:42:30.394" v="1" actId="34807"/>
          <ac:spMkLst>
            <pc:docMk/>
            <pc:sldMk cId="1119440199" sldId="2569"/>
            <ac:spMk id="3" creationId="{4E4CE489-626F-3F9B-A6BA-44FA8F750354}"/>
          </ac:spMkLst>
        </pc:spChg>
        <pc:spChg chg="mod">
          <ac:chgData name="" userId="" providerId="" clId="Web-{81BBDA73-3AC7-402D-BB18-ABC61393E188}" dt="2026-03-13T00:42:30.394" v="1" actId="34807"/>
          <ac:spMkLst>
            <pc:docMk/>
            <pc:sldMk cId="1119440199" sldId="2569"/>
            <ac:spMk id="4" creationId="{06ADF395-0110-5DCE-2B59-ADAEAF699FB6}"/>
          </ac:spMkLst>
        </pc:spChg>
        <pc:spChg chg="mod">
          <ac:chgData name="" userId="" providerId="" clId="Web-{81BBDA73-3AC7-402D-BB18-ABC61393E188}" dt="2026-03-13T00:42:30.394" v="1" actId="34807"/>
          <ac:spMkLst>
            <pc:docMk/>
            <pc:sldMk cId="1119440199" sldId="2569"/>
            <ac:spMk id="5" creationId="{1E29D723-6B05-8587-7470-E74B4429DFB1}"/>
          </ac:spMkLst>
        </pc:spChg>
        <pc:spChg chg="mod">
          <ac:chgData name="" userId="" providerId="" clId="Web-{81BBDA73-3AC7-402D-BB18-ABC61393E188}" dt="2026-03-13T00:42:30.394" v="1" actId="34807"/>
          <ac:spMkLst>
            <pc:docMk/>
            <pc:sldMk cId="1119440199" sldId="2569"/>
            <ac:spMk id="6" creationId="{ED06AADB-21CE-3195-4E6F-B6DD64D044F6}"/>
          </ac:spMkLst>
        </pc:spChg>
        <pc:picChg chg="mod">
          <ac:chgData name="" userId="" providerId="" clId="Web-{81BBDA73-3AC7-402D-BB18-ABC61393E188}" dt="2026-03-13T00:42:30.394" v="1" actId="34807"/>
          <ac:picMkLst>
            <pc:docMk/>
            <pc:sldMk cId="1119440199" sldId="2569"/>
            <ac:picMk id="8" creationId="{C958B54F-26B6-426E-88FA-FD0932546056}"/>
          </ac:picMkLst>
        </pc:picChg>
      </pc:sldChg>
      <pc:sldChg chg="modSp add mod modTransition modClrScheme addAnim chgLayout">
        <pc:chgData name="" userId="" providerId="" clId="Web-{81BBDA73-3AC7-402D-BB18-ABC61393E188}" dt="2026-03-13T00:42:30.394" v="13" actId="34807"/>
        <pc:sldMkLst>
          <pc:docMk/>
          <pc:sldMk cId="4113593574" sldId="2570"/>
        </pc:sldMkLst>
        <pc:spChg chg="mod">
          <ac:chgData name="" userId="" providerId="" clId="Web-{81BBDA73-3AC7-402D-BB18-ABC61393E188}" dt="2026-03-13T00:42:30.394" v="1" actId="34807"/>
          <ac:spMkLst>
            <pc:docMk/>
            <pc:sldMk cId="4113593574" sldId="2570"/>
            <ac:spMk id="2" creationId="{65EA9B5E-6A0F-3678-5D3E-DEC4ECAE6F31}"/>
          </ac:spMkLst>
        </pc:spChg>
        <pc:spChg chg="mod">
          <ac:chgData name="" userId="" providerId="" clId="Web-{81BBDA73-3AC7-402D-BB18-ABC61393E188}" dt="2026-03-13T00:42:30.394" v="1" actId="34807"/>
          <ac:spMkLst>
            <pc:docMk/>
            <pc:sldMk cId="4113593574" sldId="2570"/>
            <ac:spMk id="4" creationId="{E7F4775A-4174-C509-13B6-F665044B77E7}"/>
          </ac:spMkLst>
        </pc:spChg>
        <pc:spChg chg="mod">
          <ac:chgData name="" userId="" providerId="" clId="Web-{81BBDA73-3AC7-402D-BB18-ABC61393E188}" dt="2026-03-13T00:42:30.394" v="1" actId="34807"/>
          <ac:spMkLst>
            <pc:docMk/>
            <pc:sldMk cId="4113593574" sldId="2570"/>
            <ac:spMk id="5" creationId="{594C4158-EA38-748C-56E0-2785F2A79FF1}"/>
          </ac:spMkLst>
        </pc:spChg>
        <pc:spChg chg="mod">
          <ac:chgData name="" userId="" providerId="" clId="Web-{81BBDA73-3AC7-402D-BB18-ABC61393E188}" dt="2026-03-13T00:42:30.394" v="1" actId="34807"/>
          <ac:spMkLst>
            <pc:docMk/>
            <pc:sldMk cId="4113593574" sldId="2570"/>
            <ac:spMk id="6" creationId="{F7EA3A60-B37A-F569-410A-452B293E38C8}"/>
          </ac:spMkLst>
        </pc:spChg>
      </pc:sldChg>
      <pc:sldChg chg="modSp add mod modTransition modClrScheme addAnim chgLayout">
        <pc:chgData name="" userId="" providerId="" clId="Web-{81BBDA73-3AC7-402D-BB18-ABC61393E188}" dt="2026-03-13T00:42:30.394" v="14" actId="34807"/>
        <pc:sldMkLst>
          <pc:docMk/>
          <pc:sldMk cId="518274898" sldId="2571"/>
        </pc:sldMkLst>
        <pc:spChg chg="mod">
          <ac:chgData name="" userId="" providerId="" clId="Web-{81BBDA73-3AC7-402D-BB18-ABC61393E188}" dt="2026-03-13T00:42:30.394" v="1" actId="34807"/>
          <ac:spMkLst>
            <pc:docMk/>
            <pc:sldMk cId="518274898" sldId="2571"/>
            <ac:spMk id="2" creationId="{78976A56-CEDC-6577-ABB8-D13126A11D1F}"/>
          </ac:spMkLst>
        </pc:spChg>
        <pc:spChg chg="mod ord">
          <ac:chgData name="" userId="" providerId="" clId="Web-{81BBDA73-3AC7-402D-BB18-ABC61393E188}" dt="2026-03-13T00:42:30.394" v="1" actId="34807"/>
          <ac:spMkLst>
            <pc:docMk/>
            <pc:sldMk cId="518274898" sldId="2571"/>
            <ac:spMk id="3" creationId="{2D2A0293-910C-0972-0C04-864520BCC1FC}"/>
          </ac:spMkLst>
        </pc:spChg>
        <pc:spChg chg="mod">
          <ac:chgData name="" userId="" providerId="" clId="Web-{81BBDA73-3AC7-402D-BB18-ABC61393E188}" dt="2026-03-13T00:42:30.394" v="1" actId="34807"/>
          <ac:spMkLst>
            <pc:docMk/>
            <pc:sldMk cId="518274898" sldId="2571"/>
            <ac:spMk id="4" creationId="{AFFCBE3C-DF4F-1AF8-DC32-AB501C35755D}"/>
          </ac:spMkLst>
        </pc:spChg>
        <pc:spChg chg="mod">
          <ac:chgData name="" userId="" providerId="" clId="Web-{81BBDA73-3AC7-402D-BB18-ABC61393E188}" dt="2026-03-13T00:42:30.394" v="1" actId="34807"/>
          <ac:spMkLst>
            <pc:docMk/>
            <pc:sldMk cId="518274898" sldId="2571"/>
            <ac:spMk id="5" creationId="{85ADCAED-4BC0-CF6E-27A7-8D6AEE686C0C}"/>
          </ac:spMkLst>
        </pc:spChg>
        <pc:spChg chg="mod">
          <ac:chgData name="" userId="" providerId="" clId="Web-{81BBDA73-3AC7-402D-BB18-ABC61393E188}" dt="2026-03-13T00:42:30.394" v="1" actId="34807"/>
          <ac:spMkLst>
            <pc:docMk/>
            <pc:sldMk cId="518274898" sldId="2571"/>
            <ac:spMk id="6" creationId="{8CCA4848-392B-5FAD-75D5-B690ECA78808}"/>
          </ac:spMkLst>
        </pc:spChg>
        <pc:picChg chg="mod">
          <ac:chgData name="" userId="" providerId="" clId="Web-{81BBDA73-3AC7-402D-BB18-ABC61393E188}" dt="2026-03-13T00:42:30.394" v="1" actId="34807"/>
          <ac:picMkLst>
            <pc:docMk/>
            <pc:sldMk cId="518274898" sldId="2571"/>
            <ac:picMk id="8" creationId="{A3B9C4FC-1747-4547-AC16-DB2ABB06E39F}"/>
          </ac:picMkLst>
        </pc:picChg>
      </pc:sldChg>
      <pc:sldChg chg="modSp add mod modTransition modClrScheme addAnim chgLayout">
        <pc:chgData name="" userId="" providerId="" clId="Web-{81BBDA73-3AC7-402D-BB18-ABC61393E188}" dt="2026-03-13T00:42:30.410" v="15" actId="34807"/>
        <pc:sldMkLst>
          <pc:docMk/>
          <pc:sldMk cId="870192047" sldId="2572"/>
        </pc:sldMkLst>
        <pc:spChg chg="mod">
          <ac:chgData name="" userId="" providerId="" clId="Web-{81BBDA73-3AC7-402D-BB18-ABC61393E188}" dt="2026-03-13T00:42:30.394" v="1" actId="34807"/>
          <ac:spMkLst>
            <pc:docMk/>
            <pc:sldMk cId="870192047" sldId="2572"/>
            <ac:spMk id="2" creationId="{83B89F33-8BB4-0A28-D01C-2E83FC40A3F3}"/>
          </ac:spMkLst>
        </pc:spChg>
        <pc:spChg chg="mod ord">
          <ac:chgData name="" userId="" providerId="" clId="Web-{81BBDA73-3AC7-402D-BB18-ABC61393E188}" dt="2026-03-13T00:42:30.394" v="1" actId="34807"/>
          <ac:spMkLst>
            <pc:docMk/>
            <pc:sldMk cId="870192047" sldId="2572"/>
            <ac:spMk id="3" creationId="{68BC67F3-AC81-F5D9-F57E-BF5FCDA0DE6C}"/>
          </ac:spMkLst>
        </pc:spChg>
        <pc:spChg chg="mod">
          <ac:chgData name="" userId="" providerId="" clId="Web-{81BBDA73-3AC7-402D-BB18-ABC61393E188}" dt="2026-03-13T00:42:30.394" v="1" actId="34807"/>
          <ac:spMkLst>
            <pc:docMk/>
            <pc:sldMk cId="870192047" sldId="2572"/>
            <ac:spMk id="4" creationId="{D8E90AEA-9EEC-B3FD-CEF3-BFA2095286CB}"/>
          </ac:spMkLst>
        </pc:spChg>
        <pc:spChg chg="mod">
          <ac:chgData name="" userId="" providerId="" clId="Web-{81BBDA73-3AC7-402D-BB18-ABC61393E188}" dt="2026-03-13T00:42:30.394" v="1" actId="34807"/>
          <ac:spMkLst>
            <pc:docMk/>
            <pc:sldMk cId="870192047" sldId="2572"/>
            <ac:spMk id="5" creationId="{4B4462CE-F700-C33C-A612-CEE23D273C3C}"/>
          </ac:spMkLst>
        </pc:spChg>
        <pc:spChg chg="mod">
          <ac:chgData name="" userId="" providerId="" clId="Web-{81BBDA73-3AC7-402D-BB18-ABC61393E188}" dt="2026-03-13T00:42:30.394" v="1" actId="34807"/>
          <ac:spMkLst>
            <pc:docMk/>
            <pc:sldMk cId="870192047" sldId="2572"/>
            <ac:spMk id="6" creationId="{84A1E8F6-D108-E817-3380-A8B83ED03E05}"/>
          </ac:spMkLst>
        </pc:spChg>
        <pc:picChg chg="mod">
          <ac:chgData name="" userId="" providerId="" clId="Web-{81BBDA73-3AC7-402D-BB18-ABC61393E188}" dt="2026-03-13T00:42:30.394" v="1" actId="34807"/>
          <ac:picMkLst>
            <pc:docMk/>
            <pc:sldMk cId="870192047" sldId="2572"/>
            <ac:picMk id="8" creationId="{FD1F0365-1B1E-43A4-9A5C-5BCE93EC77F1}"/>
          </ac:picMkLst>
        </pc:picChg>
      </pc:sldChg>
      <pc:sldChg chg="modSp add mod modTransition modClrScheme addAnim chgLayout">
        <pc:chgData name="" userId="" providerId="" clId="Web-{81BBDA73-3AC7-402D-BB18-ABC61393E188}" dt="2026-03-13T00:42:30.410" v="16" actId="34807"/>
        <pc:sldMkLst>
          <pc:docMk/>
          <pc:sldMk cId="987059247" sldId="2573"/>
        </pc:sldMkLst>
        <pc:spChg chg="mod">
          <ac:chgData name="" userId="" providerId="" clId="Web-{81BBDA73-3AC7-402D-BB18-ABC61393E188}" dt="2026-03-13T00:42:30.394" v="1" actId="34807"/>
          <ac:spMkLst>
            <pc:docMk/>
            <pc:sldMk cId="987059247" sldId="2573"/>
            <ac:spMk id="2" creationId="{7FA9A7D1-4DD3-BC38-6133-B41F3769BB8E}"/>
          </ac:spMkLst>
        </pc:spChg>
        <pc:spChg chg="mod ord">
          <ac:chgData name="" userId="" providerId="" clId="Web-{81BBDA73-3AC7-402D-BB18-ABC61393E188}" dt="2026-03-13T00:42:30.394" v="1" actId="34807"/>
          <ac:spMkLst>
            <pc:docMk/>
            <pc:sldMk cId="987059247" sldId="2573"/>
            <ac:spMk id="3" creationId="{D923D3C3-F635-A39B-B504-D60D09B312DD}"/>
          </ac:spMkLst>
        </pc:spChg>
        <pc:spChg chg="mod">
          <ac:chgData name="" userId="" providerId="" clId="Web-{81BBDA73-3AC7-402D-BB18-ABC61393E188}" dt="2026-03-13T00:42:30.394" v="1" actId="34807"/>
          <ac:spMkLst>
            <pc:docMk/>
            <pc:sldMk cId="987059247" sldId="2573"/>
            <ac:spMk id="4" creationId="{176E860D-BAAF-09EA-80CF-AABEEE18B68F}"/>
          </ac:spMkLst>
        </pc:spChg>
        <pc:spChg chg="mod">
          <ac:chgData name="" userId="" providerId="" clId="Web-{81BBDA73-3AC7-402D-BB18-ABC61393E188}" dt="2026-03-13T00:42:30.394" v="1" actId="34807"/>
          <ac:spMkLst>
            <pc:docMk/>
            <pc:sldMk cId="987059247" sldId="2573"/>
            <ac:spMk id="5" creationId="{8102C078-AECC-BC6D-AAC2-D1B06F628E6A}"/>
          </ac:spMkLst>
        </pc:spChg>
        <pc:spChg chg="mod">
          <ac:chgData name="" userId="" providerId="" clId="Web-{81BBDA73-3AC7-402D-BB18-ABC61393E188}" dt="2026-03-13T00:42:30.394" v="1" actId="34807"/>
          <ac:spMkLst>
            <pc:docMk/>
            <pc:sldMk cId="987059247" sldId="2573"/>
            <ac:spMk id="6" creationId="{F8673508-50D0-A738-B123-3A258097C8AD}"/>
          </ac:spMkLst>
        </pc:spChg>
        <pc:picChg chg="mod">
          <ac:chgData name="" userId="" providerId="" clId="Web-{81BBDA73-3AC7-402D-BB18-ABC61393E188}" dt="2026-03-13T00:42:30.394" v="1" actId="34807"/>
          <ac:picMkLst>
            <pc:docMk/>
            <pc:sldMk cId="987059247" sldId="2573"/>
            <ac:picMk id="8" creationId="{424A8068-C6BE-4D6A-B3B2-DD846D73EC75}"/>
          </ac:picMkLst>
        </pc:picChg>
      </pc:sldChg>
      <pc:sldChg chg="modSp add mod modTransition modClrScheme addAnim chgLayout">
        <pc:chgData name="" userId="" providerId="" clId="Web-{81BBDA73-3AC7-402D-BB18-ABC61393E188}" dt="2026-03-13T00:42:30.410" v="17" actId="34807"/>
        <pc:sldMkLst>
          <pc:docMk/>
          <pc:sldMk cId="2155867922" sldId="2574"/>
        </pc:sldMkLst>
        <pc:spChg chg="mod">
          <ac:chgData name="" userId="" providerId="" clId="Web-{81BBDA73-3AC7-402D-BB18-ABC61393E188}" dt="2026-03-13T00:42:30.394" v="1" actId="34807"/>
          <ac:spMkLst>
            <pc:docMk/>
            <pc:sldMk cId="2155867922" sldId="2574"/>
            <ac:spMk id="2" creationId="{2FB9F95C-2A76-EFD8-35BF-3B01C0497E13}"/>
          </ac:spMkLst>
        </pc:spChg>
        <pc:spChg chg="mod">
          <ac:chgData name="" userId="" providerId="" clId="Web-{81BBDA73-3AC7-402D-BB18-ABC61393E188}" dt="2026-03-13T00:42:30.394" v="1" actId="34807"/>
          <ac:spMkLst>
            <pc:docMk/>
            <pc:sldMk cId="2155867922" sldId="2574"/>
            <ac:spMk id="4" creationId="{797C4095-CFBB-59A5-968B-F5CF8E070108}"/>
          </ac:spMkLst>
        </pc:spChg>
        <pc:spChg chg="mod">
          <ac:chgData name="" userId="" providerId="" clId="Web-{81BBDA73-3AC7-402D-BB18-ABC61393E188}" dt="2026-03-13T00:42:30.394" v="1" actId="34807"/>
          <ac:spMkLst>
            <pc:docMk/>
            <pc:sldMk cId="2155867922" sldId="2574"/>
            <ac:spMk id="5" creationId="{B9BB3126-81B2-BF4E-8CFA-5654600CE26D}"/>
          </ac:spMkLst>
        </pc:spChg>
        <pc:spChg chg="mod">
          <ac:chgData name="" userId="" providerId="" clId="Web-{81BBDA73-3AC7-402D-BB18-ABC61393E188}" dt="2026-03-13T00:42:30.394" v="1" actId="34807"/>
          <ac:spMkLst>
            <pc:docMk/>
            <pc:sldMk cId="2155867922" sldId="2574"/>
            <ac:spMk id="6" creationId="{1CB73255-122B-AE71-4A1B-5992B6C24A5A}"/>
          </ac:spMkLst>
        </pc:spChg>
      </pc:sldChg>
      <pc:sldChg chg="modSp add mod modTransition modClrScheme addAnim chgLayout">
        <pc:chgData name="" userId="" providerId="" clId="Web-{81BBDA73-3AC7-402D-BB18-ABC61393E188}" dt="2026-03-13T00:42:30.410" v="18" actId="34807"/>
        <pc:sldMkLst>
          <pc:docMk/>
          <pc:sldMk cId="1235504101" sldId="2575"/>
        </pc:sldMkLst>
        <pc:spChg chg="mod">
          <ac:chgData name="" userId="" providerId="" clId="Web-{81BBDA73-3AC7-402D-BB18-ABC61393E188}" dt="2026-03-13T00:42:30.394" v="1" actId="34807"/>
          <ac:spMkLst>
            <pc:docMk/>
            <pc:sldMk cId="1235504101" sldId="2575"/>
            <ac:spMk id="2" creationId="{9B01E94A-83B0-93C2-8A89-03D26FCF41EC}"/>
          </ac:spMkLst>
        </pc:spChg>
        <pc:spChg chg="mod ord">
          <ac:chgData name="" userId="" providerId="" clId="Web-{81BBDA73-3AC7-402D-BB18-ABC61393E188}" dt="2026-03-13T00:42:30.394" v="1" actId="34807"/>
          <ac:spMkLst>
            <pc:docMk/>
            <pc:sldMk cId="1235504101" sldId="2575"/>
            <ac:spMk id="3" creationId="{06C6BD25-C3D7-E1BF-94AE-477EED0E6CD3}"/>
          </ac:spMkLst>
        </pc:spChg>
        <pc:spChg chg="mod">
          <ac:chgData name="" userId="" providerId="" clId="Web-{81BBDA73-3AC7-402D-BB18-ABC61393E188}" dt="2026-03-13T00:42:30.394" v="1" actId="34807"/>
          <ac:spMkLst>
            <pc:docMk/>
            <pc:sldMk cId="1235504101" sldId="2575"/>
            <ac:spMk id="4" creationId="{D17EB156-2309-D412-8732-B17A27A0AFFF}"/>
          </ac:spMkLst>
        </pc:spChg>
        <pc:spChg chg="mod">
          <ac:chgData name="" userId="" providerId="" clId="Web-{81BBDA73-3AC7-402D-BB18-ABC61393E188}" dt="2026-03-13T00:42:30.394" v="1" actId="34807"/>
          <ac:spMkLst>
            <pc:docMk/>
            <pc:sldMk cId="1235504101" sldId="2575"/>
            <ac:spMk id="5" creationId="{94969DAA-AB91-5733-F1D2-5DEDCC67028E}"/>
          </ac:spMkLst>
        </pc:spChg>
        <pc:spChg chg="mod">
          <ac:chgData name="" userId="" providerId="" clId="Web-{81BBDA73-3AC7-402D-BB18-ABC61393E188}" dt="2026-03-13T00:42:30.394" v="1" actId="34807"/>
          <ac:spMkLst>
            <pc:docMk/>
            <pc:sldMk cId="1235504101" sldId="2575"/>
            <ac:spMk id="6" creationId="{0EAF3769-C8BC-9514-48ED-C471999EC34E}"/>
          </ac:spMkLst>
        </pc:spChg>
        <pc:picChg chg="mod">
          <ac:chgData name="" userId="" providerId="" clId="Web-{81BBDA73-3AC7-402D-BB18-ABC61393E188}" dt="2026-03-13T00:42:30.394" v="1" actId="34807"/>
          <ac:picMkLst>
            <pc:docMk/>
            <pc:sldMk cId="1235504101" sldId="2575"/>
            <ac:picMk id="8" creationId="{E7E797F6-1542-4E99-858C-D48B2F4C0A93}"/>
          </ac:picMkLst>
        </pc:picChg>
      </pc:sldChg>
      <pc:sldChg chg="modSp add mod modTransition modClrScheme addAnim chgLayout">
        <pc:chgData name="" userId="" providerId="" clId="Web-{81BBDA73-3AC7-402D-BB18-ABC61393E188}" dt="2026-03-13T00:42:30.410" v="19" actId="34807"/>
        <pc:sldMkLst>
          <pc:docMk/>
          <pc:sldMk cId="3382610431" sldId="2576"/>
        </pc:sldMkLst>
        <pc:spChg chg="mod">
          <ac:chgData name="" userId="" providerId="" clId="Web-{81BBDA73-3AC7-402D-BB18-ABC61393E188}" dt="2026-03-13T00:42:30.394" v="1" actId="34807"/>
          <ac:spMkLst>
            <pc:docMk/>
            <pc:sldMk cId="3382610431" sldId="2576"/>
            <ac:spMk id="2" creationId="{52E632BB-197B-528B-2F35-23282FA5A440}"/>
          </ac:spMkLst>
        </pc:spChg>
        <pc:spChg chg="mod ord">
          <ac:chgData name="" userId="" providerId="" clId="Web-{81BBDA73-3AC7-402D-BB18-ABC61393E188}" dt="2026-03-13T00:42:30.394" v="1" actId="34807"/>
          <ac:spMkLst>
            <pc:docMk/>
            <pc:sldMk cId="3382610431" sldId="2576"/>
            <ac:spMk id="3" creationId="{C6B187DF-8C51-E2A5-0746-4158A74F10D2}"/>
          </ac:spMkLst>
        </pc:spChg>
        <pc:spChg chg="mod">
          <ac:chgData name="" userId="" providerId="" clId="Web-{81BBDA73-3AC7-402D-BB18-ABC61393E188}" dt="2026-03-13T00:42:30.394" v="1" actId="34807"/>
          <ac:spMkLst>
            <pc:docMk/>
            <pc:sldMk cId="3382610431" sldId="2576"/>
            <ac:spMk id="4" creationId="{A5653164-3765-07CD-5D5D-841E511574C3}"/>
          </ac:spMkLst>
        </pc:spChg>
        <pc:spChg chg="mod">
          <ac:chgData name="" userId="" providerId="" clId="Web-{81BBDA73-3AC7-402D-BB18-ABC61393E188}" dt="2026-03-13T00:42:30.394" v="1" actId="34807"/>
          <ac:spMkLst>
            <pc:docMk/>
            <pc:sldMk cId="3382610431" sldId="2576"/>
            <ac:spMk id="5" creationId="{D661CA80-0E9A-5962-AD12-7BFA692392E6}"/>
          </ac:spMkLst>
        </pc:spChg>
        <pc:spChg chg="mod">
          <ac:chgData name="" userId="" providerId="" clId="Web-{81BBDA73-3AC7-402D-BB18-ABC61393E188}" dt="2026-03-13T00:42:30.394" v="1" actId="34807"/>
          <ac:spMkLst>
            <pc:docMk/>
            <pc:sldMk cId="3382610431" sldId="2576"/>
            <ac:spMk id="6" creationId="{63D451AD-6ABF-5552-DEA3-57B6DCC02184}"/>
          </ac:spMkLst>
        </pc:spChg>
        <pc:picChg chg="mod">
          <ac:chgData name="" userId="" providerId="" clId="Web-{81BBDA73-3AC7-402D-BB18-ABC61393E188}" dt="2026-03-13T00:42:30.394" v="1" actId="34807"/>
          <ac:picMkLst>
            <pc:docMk/>
            <pc:sldMk cId="3382610431" sldId="2576"/>
            <ac:picMk id="8" creationId="{0928547D-0981-4C91-B0A4-AEBC9A69E43C}"/>
          </ac:picMkLst>
        </pc:picChg>
      </pc:sldChg>
      <pc:sldChg chg="modSp add mod modTransition modClrScheme addAnim chgLayout">
        <pc:chgData name="" userId="" providerId="" clId="Web-{81BBDA73-3AC7-402D-BB18-ABC61393E188}" dt="2026-03-13T00:42:30.410" v="20" actId="34807"/>
        <pc:sldMkLst>
          <pc:docMk/>
          <pc:sldMk cId="539198784" sldId="2577"/>
        </pc:sldMkLst>
        <pc:spChg chg="mod">
          <ac:chgData name="" userId="" providerId="" clId="Web-{81BBDA73-3AC7-402D-BB18-ABC61393E188}" dt="2026-03-13T00:42:30.394" v="1" actId="34807"/>
          <ac:spMkLst>
            <pc:docMk/>
            <pc:sldMk cId="539198784" sldId="2577"/>
            <ac:spMk id="2" creationId="{FB7FE55B-7843-0F69-B014-4D397F40AB01}"/>
          </ac:spMkLst>
        </pc:spChg>
        <pc:spChg chg="mod ord">
          <ac:chgData name="" userId="" providerId="" clId="Web-{81BBDA73-3AC7-402D-BB18-ABC61393E188}" dt="2026-03-13T00:42:30.394" v="1" actId="34807"/>
          <ac:spMkLst>
            <pc:docMk/>
            <pc:sldMk cId="539198784" sldId="2577"/>
            <ac:spMk id="3" creationId="{E938F2A3-8E63-6B42-18E0-EB676124516E}"/>
          </ac:spMkLst>
        </pc:spChg>
        <pc:spChg chg="mod">
          <ac:chgData name="" userId="" providerId="" clId="Web-{81BBDA73-3AC7-402D-BB18-ABC61393E188}" dt="2026-03-13T00:42:30.394" v="1" actId="34807"/>
          <ac:spMkLst>
            <pc:docMk/>
            <pc:sldMk cId="539198784" sldId="2577"/>
            <ac:spMk id="4" creationId="{3E1C2894-DB8F-DB80-EA47-66C684AA5DF1}"/>
          </ac:spMkLst>
        </pc:spChg>
        <pc:spChg chg="mod">
          <ac:chgData name="" userId="" providerId="" clId="Web-{81BBDA73-3AC7-402D-BB18-ABC61393E188}" dt="2026-03-13T00:42:30.394" v="1" actId="34807"/>
          <ac:spMkLst>
            <pc:docMk/>
            <pc:sldMk cId="539198784" sldId="2577"/>
            <ac:spMk id="5" creationId="{5AFAF36A-E3DA-B023-E890-9CE2ECAFC2E2}"/>
          </ac:spMkLst>
        </pc:spChg>
        <pc:spChg chg="mod">
          <ac:chgData name="" userId="" providerId="" clId="Web-{81BBDA73-3AC7-402D-BB18-ABC61393E188}" dt="2026-03-13T00:42:30.394" v="1" actId="34807"/>
          <ac:spMkLst>
            <pc:docMk/>
            <pc:sldMk cId="539198784" sldId="2577"/>
            <ac:spMk id="6" creationId="{FDC12D71-AA23-CB65-399D-2C1F8462F71E}"/>
          </ac:spMkLst>
        </pc:spChg>
        <pc:picChg chg="mod">
          <ac:chgData name="" userId="" providerId="" clId="Web-{81BBDA73-3AC7-402D-BB18-ABC61393E188}" dt="2026-03-13T00:42:30.394" v="1" actId="34807"/>
          <ac:picMkLst>
            <pc:docMk/>
            <pc:sldMk cId="539198784" sldId="2577"/>
            <ac:picMk id="8" creationId="{C35334CB-4A7C-4EFC-984E-71605E513177}"/>
          </ac:picMkLst>
        </pc:picChg>
      </pc:sldChg>
      <pc:sldChg chg="modSp add mod modTransition modClrScheme addAnim chgLayout">
        <pc:chgData name="" userId="" providerId="" clId="Web-{81BBDA73-3AC7-402D-BB18-ABC61393E188}" dt="2026-03-13T00:42:30.410" v="21" actId="34807"/>
        <pc:sldMkLst>
          <pc:docMk/>
          <pc:sldMk cId="4130660414" sldId="2578"/>
        </pc:sldMkLst>
        <pc:spChg chg="mod">
          <ac:chgData name="" userId="" providerId="" clId="Web-{81BBDA73-3AC7-402D-BB18-ABC61393E188}" dt="2026-03-13T00:42:30.394" v="1" actId="34807"/>
          <ac:spMkLst>
            <pc:docMk/>
            <pc:sldMk cId="4130660414" sldId="2578"/>
            <ac:spMk id="2" creationId="{0F3BDF22-EF8B-DCC8-2667-95456314B324}"/>
          </ac:spMkLst>
        </pc:spChg>
        <pc:spChg chg="mod">
          <ac:chgData name="" userId="" providerId="" clId="Web-{81BBDA73-3AC7-402D-BB18-ABC61393E188}" dt="2026-03-13T00:42:30.394" v="1" actId="34807"/>
          <ac:spMkLst>
            <pc:docMk/>
            <pc:sldMk cId="4130660414" sldId="2578"/>
            <ac:spMk id="4" creationId="{EFBEF92E-FC62-4E86-1DFD-0D9EBD67D67A}"/>
          </ac:spMkLst>
        </pc:spChg>
        <pc:spChg chg="mod">
          <ac:chgData name="" userId="" providerId="" clId="Web-{81BBDA73-3AC7-402D-BB18-ABC61393E188}" dt="2026-03-13T00:42:30.394" v="1" actId="34807"/>
          <ac:spMkLst>
            <pc:docMk/>
            <pc:sldMk cId="4130660414" sldId="2578"/>
            <ac:spMk id="5" creationId="{E0DE4BF0-C467-5328-0E1C-30B3D284AA6C}"/>
          </ac:spMkLst>
        </pc:spChg>
        <pc:spChg chg="mod">
          <ac:chgData name="" userId="" providerId="" clId="Web-{81BBDA73-3AC7-402D-BB18-ABC61393E188}" dt="2026-03-13T00:42:30.394" v="1" actId="34807"/>
          <ac:spMkLst>
            <pc:docMk/>
            <pc:sldMk cId="4130660414" sldId="2578"/>
            <ac:spMk id="6" creationId="{56B71636-11B8-673C-B63F-B21C5D50AE71}"/>
          </ac:spMkLst>
        </pc:spChg>
      </pc:sldChg>
      <pc:sldChg chg="modSp add mod modTransition modClrScheme addAnim chgLayout">
        <pc:chgData name="" userId="" providerId="" clId="Web-{81BBDA73-3AC7-402D-BB18-ABC61393E188}" dt="2026-03-13T00:42:30.410" v="22" actId="34807"/>
        <pc:sldMkLst>
          <pc:docMk/>
          <pc:sldMk cId="1146740516" sldId="2579"/>
        </pc:sldMkLst>
        <pc:spChg chg="mod">
          <ac:chgData name="" userId="" providerId="" clId="Web-{81BBDA73-3AC7-402D-BB18-ABC61393E188}" dt="2026-03-13T00:42:30.394" v="1" actId="34807"/>
          <ac:spMkLst>
            <pc:docMk/>
            <pc:sldMk cId="1146740516" sldId="2579"/>
            <ac:spMk id="2" creationId="{5D7E8144-B9E9-1B25-16E1-0825C6CF8407}"/>
          </ac:spMkLst>
        </pc:spChg>
        <pc:spChg chg="mod ord">
          <ac:chgData name="" userId="" providerId="" clId="Web-{81BBDA73-3AC7-402D-BB18-ABC61393E188}" dt="2026-03-13T00:42:30.394" v="1" actId="34807"/>
          <ac:spMkLst>
            <pc:docMk/>
            <pc:sldMk cId="1146740516" sldId="2579"/>
            <ac:spMk id="3" creationId="{61AC880F-3B62-0630-AF98-68C5E2B89E9D}"/>
          </ac:spMkLst>
        </pc:spChg>
        <pc:spChg chg="mod">
          <ac:chgData name="" userId="" providerId="" clId="Web-{81BBDA73-3AC7-402D-BB18-ABC61393E188}" dt="2026-03-13T00:42:30.394" v="1" actId="34807"/>
          <ac:spMkLst>
            <pc:docMk/>
            <pc:sldMk cId="1146740516" sldId="2579"/>
            <ac:spMk id="4" creationId="{E032710C-D4D7-443E-F92A-DB144F9067F3}"/>
          </ac:spMkLst>
        </pc:spChg>
        <pc:spChg chg="mod">
          <ac:chgData name="" userId="" providerId="" clId="Web-{81BBDA73-3AC7-402D-BB18-ABC61393E188}" dt="2026-03-13T00:42:30.394" v="1" actId="34807"/>
          <ac:spMkLst>
            <pc:docMk/>
            <pc:sldMk cId="1146740516" sldId="2579"/>
            <ac:spMk id="5" creationId="{D1FE0A22-83D3-F86D-8C94-F31ECC419AE9}"/>
          </ac:spMkLst>
        </pc:spChg>
        <pc:spChg chg="mod">
          <ac:chgData name="" userId="" providerId="" clId="Web-{81BBDA73-3AC7-402D-BB18-ABC61393E188}" dt="2026-03-13T00:42:30.394" v="1" actId="34807"/>
          <ac:spMkLst>
            <pc:docMk/>
            <pc:sldMk cId="1146740516" sldId="2579"/>
            <ac:spMk id="6" creationId="{BDBE9BFF-183B-FE0D-C611-092FED0E4C43}"/>
          </ac:spMkLst>
        </pc:spChg>
        <pc:picChg chg="mod">
          <ac:chgData name="" userId="" providerId="" clId="Web-{81BBDA73-3AC7-402D-BB18-ABC61393E188}" dt="2026-03-13T00:42:30.394" v="1" actId="34807"/>
          <ac:picMkLst>
            <pc:docMk/>
            <pc:sldMk cId="1146740516" sldId="2579"/>
            <ac:picMk id="8" creationId="{0F19EEDF-CE68-4383-AD6C-94E0BA348191}"/>
          </ac:picMkLst>
        </pc:picChg>
      </pc:sldChg>
      <pc:sldChg chg="modSp add mod modTransition modClrScheme addAnim chgLayout">
        <pc:chgData name="" userId="" providerId="" clId="Web-{81BBDA73-3AC7-402D-BB18-ABC61393E188}" dt="2026-03-13T00:42:30.410" v="23" actId="34807"/>
        <pc:sldMkLst>
          <pc:docMk/>
          <pc:sldMk cId="3105544214" sldId="2580"/>
        </pc:sldMkLst>
        <pc:spChg chg="mod">
          <ac:chgData name="" userId="" providerId="" clId="Web-{81BBDA73-3AC7-402D-BB18-ABC61393E188}" dt="2026-03-13T00:42:30.394" v="1" actId="34807"/>
          <ac:spMkLst>
            <pc:docMk/>
            <pc:sldMk cId="3105544214" sldId="2580"/>
            <ac:spMk id="2" creationId="{B66D3CC2-ACA0-8672-69C5-DCA33BCBC04B}"/>
          </ac:spMkLst>
        </pc:spChg>
        <pc:spChg chg="mod ord">
          <ac:chgData name="" userId="" providerId="" clId="Web-{81BBDA73-3AC7-402D-BB18-ABC61393E188}" dt="2026-03-13T00:42:30.394" v="1" actId="34807"/>
          <ac:spMkLst>
            <pc:docMk/>
            <pc:sldMk cId="3105544214" sldId="2580"/>
            <ac:spMk id="3" creationId="{1E83E07C-781D-E7F5-959E-62AEEBA3FEAF}"/>
          </ac:spMkLst>
        </pc:spChg>
        <pc:spChg chg="mod">
          <ac:chgData name="" userId="" providerId="" clId="Web-{81BBDA73-3AC7-402D-BB18-ABC61393E188}" dt="2026-03-13T00:42:30.394" v="1" actId="34807"/>
          <ac:spMkLst>
            <pc:docMk/>
            <pc:sldMk cId="3105544214" sldId="2580"/>
            <ac:spMk id="4" creationId="{F68E0B6B-24D1-1CB4-067C-C0E67544E11C}"/>
          </ac:spMkLst>
        </pc:spChg>
        <pc:spChg chg="mod">
          <ac:chgData name="" userId="" providerId="" clId="Web-{81BBDA73-3AC7-402D-BB18-ABC61393E188}" dt="2026-03-13T00:42:30.394" v="1" actId="34807"/>
          <ac:spMkLst>
            <pc:docMk/>
            <pc:sldMk cId="3105544214" sldId="2580"/>
            <ac:spMk id="5" creationId="{B392088E-DEFA-4417-0C76-E20322942FB0}"/>
          </ac:spMkLst>
        </pc:spChg>
        <pc:spChg chg="mod">
          <ac:chgData name="" userId="" providerId="" clId="Web-{81BBDA73-3AC7-402D-BB18-ABC61393E188}" dt="2026-03-13T00:42:30.394" v="1" actId="34807"/>
          <ac:spMkLst>
            <pc:docMk/>
            <pc:sldMk cId="3105544214" sldId="2580"/>
            <ac:spMk id="6" creationId="{02EC00DD-21BD-2956-5CF2-20EADD289C9D}"/>
          </ac:spMkLst>
        </pc:spChg>
        <pc:picChg chg="mod">
          <ac:chgData name="" userId="" providerId="" clId="Web-{81BBDA73-3AC7-402D-BB18-ABC61393E188}" dt="2026-03-13T00:42:30.394" v="1" actId="34807"/>
          <ac:picMkLst>
            <pc:docMk/>
            <pc:sldMk cId="3105544214" sldId="2580"/>
            <ac:picMk id="8" creationId="{70EEA321-152A-4028-A67A-4F99CE26EDAE}"/>
          </ac:picMkLst>
        </pc:picChg>
      </pc:sldChg>
      <pc:sldChg chg="modSp add mod modTransition modClrScheme addAnim chgLayout">
        <pc:chgData name="" userId="" providerId="" clId="Web-{81BBDA73-3AC7-402D-BB18-ABC61393E188}" dt="2026-03-13T00:42:30.410" v="24" actId="34807"/>
        <pc:sldMkLst>
          <pc:docMk/>
          <pc:sldMk cId="2957386393" sldId="2581"/>
        </pc:sldMkLst>
        <pc:spChg chg="mod">
          <ac:chgData name="" userId="" providerId="" clId="Web-{81BBDA73-3AC7-402D-BB18-ABC61393E188}" dt="2026-03-13T00:42:30.394" v="1" actId="34807"/>
          <ac:spMkLst>
            <pc:docMk/>
            <pc:sldMk cId="2957386393" sldId="2581"/>
            <ac:spMk id="2" creationId="{82CB64B7-C64F-4722-7360-A36EF528A89D}"/>
          </ac:spMkLst>
        </pc:spChg>
        <pc:spChg chg="mod ord">
          <ac:chgData name="" userId="" providerId="" clId="Web-{81BBDA73-3AC7-402D-BB18-ABC61393E188}" dt="2026-03-13T00:42:30.394" v="1" actId="34807"/>
          <ac:spMkLst>
            <pc:docMk/>
            <pc:sldMk cId="2957386393" sldId="2581"/>
            <ac:spMk id="3" creationId="{74D9E9DB-3180-D6FF-AF22-6ADD971814E6}"/>
          </ac:spMkLst>
        </pc:spChg>
        <pc:spChg chg="mod">
          <ac:chgData name="" userId="" providerId="" clId="Web-{81BBDA73-3AC7-402D-BB18-ABC61393E188}" dt="2026-03-13T00:42:30.394" v="1" actId="34807"/>
          <ac:spMkLst>
            <pc:docMk/>
            <pc:sldMk cId="2957386393" sldId="2581"/>
            <ac:spMk id="4" creationId="{812E6A24-6C57-C38D-EDA6-FF13C2701DD1}"/>
          </ac:spMkLst>
        </pc:spChg>
        <pc:spChg chg="mod">
          <ac:chgData name="" userId="" providerId="" clId="Web-{81BBDA73-3AC7-402D-BB18-ABC61393E188}" dt="2026-03-13T00:42:30.394" v="1" actId="34807"/>
          <ac:spMkLst>
            <pc:docMk/>
            <pc:sldMk cId="2957386393" sldId="2581"/>
            <ac:spMk id="5" creationId="{6523F1AA-9E59-68F6-3EEB-0C0CB235E7BC}"/>
          </ac:spMkLst>
        </pc:spChg>
        <pc:spChg chg="mod">
          <ac:chgData name="" userId="" providerId="" clId="Web-{81BBDA73-3AC7-402D-BB18-ABC61393E188}" dt="2026-03-13T00:42:30.394" v="1" actId="34807"/>
          <ac:spMkLst>
            <pc:docMk/>
            <pc:sldMk cId="2957386393" sldId="2581"/>
            <ac:spMk id="6" creationId="{9B583F12-81C0-D462-B296-383A25023AA2}"/>
          </ac:spMkLst>
        </pc:spChg>
        <pc:picChg chg="mod">
          <ac:chgData name="" userId="" providerId="" clId="Web-{81BBDA73-3AC7-402D-BB18-ABC61393E188}" dt="2026-03-13T00:42:30.394" v="1" actId="34807"/>
          <ac:picMkLst>
            <pc:docMk/>
            <pc:sldMk cId="2957386393" sldId="2581"/>
            <ac:picMk id="8" creationId="{4CDC6D8E-173C-4E57-910E-36FC375F779C}"/>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160F52A-4F58-F017-0262-5B2BF7D8F86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C28E448-B046-A1A0-4122-41C821F0D79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191D12F-6C60-40C1-A1CF-FB45A9E21995}" type="datetimeFigureOut">
              <a:rPr lang="en-US" smtClean="0"/>
              <a:t>3/12/2026</a:t>
            </a:fld>
            <a:endParaRPr lang="en-US"/>
          </a:p>
        </p:txBody>
      </p:sp>
      <p:sp>
        <p:nvSpPr>
          <p:cNvPr id="4" name="Footer Placeholder 3">
            <a:extLst>
              <a:ext uri="{FF2B5EF4-FFF2-40B4-BE49-F238E27FC236}">
                <a16:creationId xmlns:a16="http://schemas.microsoft.com/office/drawing/2014/main" id="{23F8D698-9DD0-64A1-A2F2-327C6B5D01C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FD8D0A9-5B9F-4BD0-30B3-5121EE6CA49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210A9AC-5CC8-44DE-853D-C602130014D8}" type="slidenum">
              <a:rPr lang="en-US" smtClean="0"/>
              <a:t>‹#›</a:t>
            </a:fld>
            <a:endParaRPr lang="en-US"/>
          </a:p>
        </p:txBody>
      </p:sp>
    </p:spTree>
    <p:extLst>
      <p:ext uri="{BB962C8B-B14F-4D97-AF65-F5344CB8AC3E}">
        <p14:creationId xmlns:p14="http://schemas.microsoft.com/office/powerpoint/2010/main" val="30161319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43384B-093F-49E7-B8DB-F37D4F9C9E45}" type="datetimeFigureOut">
              <a:rPr lang="en-US" smtClean="0"/>
              <a:t>3/12/2026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673F96-0975-46A3-AD68-AF15F86281DE}" type="slidenum">
              <a:rPr lang="en-US" smtClean="0"/>
              <a:t>‹#›</a:t>
            </a:fld>
            <a:endParaRPr lang="en-US"/>
          </a:p>
        </p:txBody>
      </p:sp>
    </p:spTree>
    <p:extLst>
      <p:ext uri="{BB962C8B-B14F-4D97-AF65-F5344CB8AC3E}">
        <p14:creationId xmlns:p14="http://schemas.microsoft.com/office/powerpoint/2010/main" val="15208035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DE673F96-0975-46A3-AD68-AF15F86281DE}" type="slidenum">
              <a:rPr lang="en-US" smtClean="0"/>
              <a:t>1</a:t>
            </a:fld>
            <a:endParaRPr lang="en-US"/>
          </a:p>
        </p:txBody>
      </p:sp>
    </p:spTree>
    <p:extLst>
      <p:ext uri="{BB962C8B-B14F-4D97-AF65-F5344CB8AC3E}">
        <p14:creationId xmlns:p14="http://schemas.microsoft.com/office/powerpoint/2010/main" val="39457860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Executive Summary and Platform Vision, Business Problem and Market Opportunity, Strategic Objectives and Success Targets</a:t>
            </a:r>
          </a:p>
        </p:txBody>
      </p:sp>
      <p:sp>
        <p:nvSpPr>
          <p:cNvPr id="4" name="Slide Number Placeholder 3"/>
          <p:cNvSpPr>
            <a:spLocks noGrp="1"/>
          </p:cNvSpPr>
          <p:nvPr>
            <p:ph type="sldNum" sz="quarter" idx="5"/>
          </p:nvPr>
        </p:nvSpPr>
        <p:spPr/>
        <p:txBody>
          <a:bodyPr/>
          <a:lstStyle/>
          <a:p>
            <a:fld id="{DE673F96-0975-46A3-AD68-AF15F86281DE}" type="slidenum">
              <a:rPr lang="en-US" smtClean="0"/>
              <a:t>2</a:t>
            </a:fld>
            <a:endParaRPr lang="en-US"/>
          </a:p>
        </p:txBody>
      </p:sp>
    </p:spTree>
    <p:extLst>
      <p:ext uri="{BB962C8B-B14F-4D97-AF65-F5344CB8AC3E}">
        <p14:creationId xmlns:p14="http://schemas.microsoft.com/office/powerpoint/2010/main" val="32180596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HealthifyMe HealthCheck platform is envisioned as a unified, digital-first health, fitness, and wellness solution that empowers users to proactively understand and improve their health outcomes. The platform enables self-service health assessments by allowing users to input key physical and lifestyle parameters and instantly receive calculated health metrics such as BMI, waist-hip ratio, and heart rate trends. From a strategic perspective, the vision is to move beyond fragmented health data scattered across devices and applications, and instead create a single source of truth for personal wellness. This approach aligns strongly with modern digital health trends, where users expect real-time feedback, personalized insights, and visually intuitive dashboards. The platform is designed to serve both individual consumers and corporate wellness programs, creating scalable value across B2C and B2B segments. By combining automated calculations with evidence-based health standards, HealthifyMe positions itself as a credible, trusted partner in preventive healthcare. The executive vision emphasizes simplicity, accessibility, and actionability, ensuring that complex health information is translated into clear signals and next steps. In a consulting-style framing, the platform directly addresses unmet needs in early risk identification, behavior change support, and longitudinal progress tracking, all of which are critical levers for improving population health outcomes while reducing long-term healthcare costs.</a:t>
            </a:r>
          </a:p>
        </p:txBody>
      </p:sp>
      <p:sp>
        <p:nvSpPr>
          <p:cNvPr id="4" name="Slide Number Placeholder 3"/>
          <p:cNvSpPr>
            <a:spLocks noGrp="1"/>
          </p:cNvSpPr>
          <p:nvPr>
            <p:ph type="sldNum" sz="quarter" idx="5"/>
          </p:nvPr>
        </p:nvSpPr>
        <p:spPr/>
        <p:txBody>
          <a:bodyPr/>
          <a:lstStyle/>
          <a:p>
            <a:fld id="{DE673F96-0975-46A3-AD68-AF15F86281DE}" type="slidenum">
              <a:rPr lang="en-US" smtClean="0"/>
              <a:t>3</a:t>
            </a:fld>
            <a:endParaRPr lang="en-US"/>
          </a:p>
        </p:txBody>
      </p:sp>
    </p:spTree>
    <p:extLst>
      <p:ext uri="{BB962C8B-B14F-4D97-AF65-F5344CB8AC3E}">
        <p14:creationId xmlns:p14="http://schemas.microsoft.com/office/powerpoint/2010/main" val="22492341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current digital health landscape presents several persistent challenges that limit user engagement and impact. Many users lack easy access to accurate health metric calculations, forcing them to rely on manual methods or disconnected tools that provide limited context. Health data is often fragmented across fitness apps, spreadsheets, and wearable dashboards, making it difficult to derive meaningful insights or track trends over time. Additionally, most platforms stop at data display and fail to translate metrics into personalized, actionable recommendations. This creates a clear market opportunity for HealthifyMe to deliver an integrated health dashboard that consolidates inputs, automates calculations, and surfaces insights in a simple, visually compelling manner. From a business standpoint, this opportunity extends to corporate wellness initiatives, insurers, and preventive health programs seeking scalable digital solutions. By positioning the HealthCheck platform as a comprehensive assessment and monitoring tool, HealthifyMe can differentiate itself through depth of insights, user-centric design, and clinical credibility. The opportunity is further amplified by rising consumer awareness around preventive health, increasing smartphone penetration, and growing acceptance of self-service digital health tools. Addressing these gaps enables HealthifyMe to capture unmet demand while creating strong engagement loops through continuous progress tracking and goal alignment.</a:t>
            </a:r>
          </a:p>
        </p:txBody>
      </p:sp>
      <p:sp>
        <p:nvSpPr>
          <p:cNvPr id="4" name="Slide Number Placeholder 3"/>
          <p:cNvSpPr>
            <a:spLocks noGrp="1"/>
          </p:cNvSpPr>
          <p:nvPr>
            <p:ph type="sldNum" sz="quarter" idx="5"/>
          </p:nvPr>
        </p:nvSpPr>
        <p:spPr/>
        <p:txBody>
          <a:bodyPr/>
          <a:lstStyle/>
          <a:p>
            <a:fld id="{DE673F96-0975-46A3-AD68-AF15F86281DE}" type="slidenum">
              <a:rPr lang="en-US" smtClean="0"/>
              <a:t>4</a:t>
            </a:fld>
            <a:endParaRPr lang="en-US"/>
          </a:p>
        </p:txBody>
      </p:sp>
    </p:spTree>
    <p:extLst>
      <p:ext uri="{BB962C8B-B14F-4D97-AF65-F5344CB8AC3E}">
        <p14:creationId xmlns:p14="http://schemas.microsoft.com/office/powerpoint/2010/main" val="38446562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strategic objectives of the HealthifyMe HealthCheck platform are designed to balance user value creation with measurable business outcomes. At the core, the platform aims to enable instant, self-service health assessments that reduce friction and increase completion rates. A key objective is to deliver personalized health insights that not only classify risk levels but also guide users toward achievable improvements through diet, activity, and lifestyle adjustments. Supporting sustained engagement is another critical goal, achieved through structured goal tracking, progress dashboards, and motivational indicators such as milestones and badges. From a performance perspective, the platform targets high user satisfaction with recommendations, reflecting relevance and trustworthiness. Growth objectives include scaling to a large monthly active user base within the first year, demonstrating product-market fit and operational scalability. In a consulting framework, these objectives are paired with clear success metrics, such as assessment completion rates, weekly active usage, and goal achievement percentages. Together, these targets ensure that the platform delivers tangible health impact while supporting sustainable growth and monetization opportunities.</a:t>
            </a:r>
          </a:p>
        </p:txBody>
      </p:sp>
      <p:sp>
        <p:nvSpPr>
          <p:cNvPr id="4" name="Slide Number Placeholder 3"/>
          <p:cNvSpPr>
            <a:spLocks noGrp="1"/>
          </p:cNvSpPr>
          <p:nvPr>
            <p:ph type="sldNum" sz="quarter" idx="5"/>
          </p:nvPr>
        </p:nvSpPr>
        <p:spPr/>
        <p:txBody>
          <a:bodyPr/>
          <a:lstStyle/>
          <a:p>
            <a:fld id="{DE673F96-0975-46A3-AD68-AF15F86281DE}" type="slidenum">
              <a:rPr lang="en-US" smtClean="0"/>
              <a:t>5</a:t>
            </a:fld>
            <a:endParaRPr lang="en-US"/>
          </a:p>
        </p:txBody>
      </p:sp>
    </p:spTree>
    <p:extLst>
      <p:ext uri="{BB962C8B-B14F-4D97-AF65-F5344CB8AC3E}">
        <p14:creationId xmlns:p14="http://schemas.microsoft.com/office/powerpoint/2010/main" val="41653262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In-Scope Capabilities and Core Features, Out-of-Scope Items and Phase Boundaries, Key Health Metrics and Measurement Logic</a:t>
            </a:r>
          </a:p>
        </p:txBody>
      </p:sp>
      <p:sp>
        <p:nvSpPr>
          <p:cNvPr id="4" name="Slide Number Placeholder 3"/>
          <p:cNvSpPr>
            <a:spLocks noGrp="1"/>
          </p:cNvSpPr>
          <p:nvPr>
            <p:ph type="sldNum" sz="quarter" idx="5"/>
          </p:nvPr>
        </p:nvSpPr>
        <p:spPr/>
        <p:txBody>
          <a:bodyPr/>
          <a:lstStyle/>
          <a:p>
            <a:fld id="{DE673F96-0975-46A3-AD68-AF15F86281DE}" type="slidenum">
              <a:rPr lang="en-US" smtClean="0"/>
              <a:t>6</a:t>
            </a:fld>
            <a:endParaRPr lang="en-US"/>
          </a:p>
        </p:txBody>
      </p:sp>
    </p:spTree>
    <p:extLst>
      <p:ext uri="{BB962C8B-B14F-4D97-AF65-F5344CB8AC3E}">
        <p14:creationId xmlns:p14="http://schemas.microsoft.com/office/powerpoint/2010/main" val="22670820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defined scope of the HealthifyMe HealthCheck platform focuses on delivering high-impact, foundational health assessment capabilities in its initial phase. In scope are user registration and profile management, enabling secure capture of baseline demographic and physical data such as age, gender, height, weight, and activity level. The platform supports input of multiple health metrics with automatic calculations for BMI, waist-hip ratio, and body fat indicators, ensuring accuracy and consistency with recognized standards. Goal setting and progress tracking are central capabilities, allowing users to define weight, fitness, or wellness objectives and monitor changes over time. A visually rich dashboard aggregates these metrics into charts and indicators that highlight trends and deviations. Health risk assessment and personalized recommendations are also included, translating raw data into meaningful guidance. The scope explicitly emphasizes mobile-responsive design, reflecting the usage patterns of modern health consumers. By concentrating on these core features, the platform ensures a focused, high-quality user experience while laying the groundwork for future enhancements.</a:t>
            </a:r>
          </a:p>
        </p:txBody>
      </p:sp>
      <p:sp>
        <p:nvSpPr>
          <p:cNvPr id="4" name="Slide Number Placeholder 3"/>
          <p:cNvSpPr>
            <a:spLocks noGrp="1"/>
          </p:cNvSpPr>
          <p:nvPr>
            <p:ph type="sldNum" sz="quarter" idx="5"/>
          </p:nvPr>
        </p:nvSpPr>
        <p:spPr/>
        <p:txBody>
          <a:bodyPr/>
          <a:lstStyle/>
          <a:p>
            <a:fld id="{DE673F96-0975-46A3-AD68-AF15F86281DE}" type="slidenum">
              <a:rPr lang="en-US" smtClean="0"/>
              <a:t>7</a:t>
            </a:fld>
            <a:endParaRPr lang="en-US"/>
          </a:p>
        </p:txBody>
      </p:sp>
    </p:spTree>
    <p:extLst>
      <p:ext uri="{BB962C8B-B14F-4D97-AF65-F5344CB8AC3E}">
        <p14:creationId xmlns:p14="http://schemas.microsoft.com/office/powerpoint/2010/main" val="2546429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To maintain clarity and delivery discipline, several features are intentionally defined as out of scope for the current phase of the HealthifyMe HealthCheck platform. These include direct integration with wearable devices, advanced telemedicine or video consultation capabilities, prescription and medication management, and laboratory test result uploads. While these features represent potential future value, excluding them from the initial scope reduces complexity, dependency risk, and regulatory overhead. From a consulting and program management perspective, this clear boundary allows the team to prioritize user experience, data accuracy, and performance for the core assessment journey. It also supports faster time-to-market and more predictable delivery timelines. Importantly, the platform architecture and data model can be designed with extensibility in mind, ensuring that out-of-scope items can be incorporated in later phases without significant rework. This phased approach balances ambition with execution realism, a key principle in successful digital health transformations.</a:t>
            </a:r>
          </a:p>
        </p:txBody>
      </p:sp>
      <p:sp>
        <p:nvSpPr>
          <p:cNvPr id="4" name="Slide Number Placeholder 3"/>
          <p:cNvSpPr>
            <a:spLocks noGrp="1"/>
          </p:cNvSpPr>
          <p:nvPr>
            <p:ph type="sldNum" sz="quarter" idx="5"/>
          </p:nvPr>
        </p:nvSpPr>
        <p:spPr/>
        <p:txBody>
          <a:bodyPr/>
          <a:lstStyle/>
          <a:p>
            <a:fld id="{DE673F96-0975-46A3-AD68-AF15F86281DE}" type="slidenum">
              <a:rPr lang="en-US" smtClean="0"/>
              <a:t>8</a:t>
            </a:fld>
            <a:endParaRPr lang="en-US"/>
          </a:p>
        </p:txBody>
      </p:sp>
    </p:spTree>
    <p:extLst>
      <p:ext uri="{BB962C8B-B14F-4D97-AF65-F5344CB8AC3E}">
        <p14:creationId xmlns:p14="http://schemas.microsoft.com/office/powerpoint/2010/main" val="26087091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HealthifyMe HealthCheck platform is built around a structured framework of key health metrics that provide a holistic view of user wellness. Core metrics include Body Mass Index, calculated using standardized formulas to classify weight status, and waist-hip ratio, which serves as an indicator of abdominal obesity risk. Heart rate and pulse readings are tracked over time to identify trends and potential anomalies. Body measurements such as chest, waist, hips, and arms support fitness and physique-related goals, offering more granular progress signals beyond weight alone. Fitness goals incorporate target weight and activity levels, translating them into calorie deficit or surplus guidance. Each metric is paired with clear health insights that contextualize results, such as risk categorization or progress status. This metric framework ensures consistency, comparability, and clinical relevance, while also supporting visually intuitive dashboards that resonate with users and stakeholders alike.</a:t>
            </a:r>
          </a:p>
        </p:txBody>
      </p:sp>
      <p:sp>
        <p:nvSpPr>
          <p:cNvPr id="4" name="Slide Number Placeholder 3"/>
          <p:cNvSpPr>
            <a:spLocks noGrp="1"/>
          </p:cNvSpPr>
          <p:nvPr>
            <p:ph type="sldNum" sz="quarter" idx="5"/>
          </p:nvPr>
        </p:nvSpPr>
        <p:spPr/>
        <p:txBody>
          <a:bodyPr/>
          <a:lstStyle/>
          <a:p>
            <a:fld id="{DE673F96-0975-46A3-AD68-AF15F86281DE}" type="slidenum">
              <a:rPr lang="en-US" smtClean="0"/>
              <a:t>9</a:t>
            </a:fld>
            <a:endParaRPr lang="en-US"/>
          </a:p>
        </p:txBody>
      </p:sp>
    </p:spTree>
    <p:extLst>
      <p:ext uri="{BB962C8B-B14F-4D97-AF65-F5344CB8AC3E}">
        <p14:creationId xmlns:p14="http://schemas.microsoft.com/office/powerpoint/2010/main" val="25299258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User Onboarding and Profile Management, Health Assessment and Real-Time Calculations, Personalized Recommendations and Insights</a:t>
            </a:r>
          </a:p>
        </p:txBody>
      </p:sp>
      <p:sp>
        <p:nvSpPr>
          <p:cNvPr id="4" name="Slide Number Placeholder 3"/>
          <p:cNvSpPr>
            <a:spLocks noGrp="1"/>
          </p:cNvSpPr>
          <p:nvPr>
            <p:ph type="sldNum" sz="quarter" idx="5"/>
          </p:nvPr>
        </p:nvSpPr>
        <p:spPr/>
        <p:txBody>
          <a:bodyPr/>
          <a:lstStyle/>
          <a:p>
            <a:fld id="{DE673F96-0975-46A3-AD68-AF15F86281DE}" type="slidenum">
              <a:rPr lang="en-US" smtClean="0"/>
              <a:t>10</a:t>
            </a:fld>
            <a:endParaRPr lang="en-US"/>
          </a:p>
        </p:txBody>
      </p:sp>
    </p:spTree>
    <p:extLst>
      <p:ext uri="{BB962C8B-B14F-4D97-AF65-F5344CB8AC3E}">
        <p14:creationId xmlns:p14="http://schemas.microsoft.com/office/powerpoint/2010/main" val="24026398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User onboarding is a critical moment that shapes first impressions and long-term engagement with the HealthifyMe HealthCheck platform. The onboarding flow is designed to be simple, secure, and data-efficient, allowing users to create accounts through email or mobile verification. During profile setup, essential information such as age, gender, height, weight, and activity level is captured to establish a reliable baseline for calculations. The platform automatically computes derived metrics like BMI, basal metabolic rate, and daily calorie needs, minimizing user effort and reducing error. Baseline measurements are securely stored to enable longitudinal comparisons. From a user experience standpoint, the onboarding process emphasizes clarity, progressive disclosure, and minimal cognitive load. In a consulting-style evaluation, this capability directly supports higher assessment completion rates and stronger data quality, which are prerequisites for accurate insights and personalization downstream.</a:t>
            </a:r>
          </a:p>
        </p:txBody>
      </p:sp>
      <p:sp>
        <p:nvSpPr>
          <p:cNvPr id="4" name="Slide Number Placeholder 3"/>
          <p:cNvSpPr>
            <a:spLocks noGrp="1"/>
          </p:cNvSpPr>
          <p:nvPr>
            <p:ph type="sldNum" sz="quarter" idx="5"/>
          </p:nvPr>
        </p:nvSpPr>
        <p:spPr/>
        <p:txBody>
          <a:bodyPr/>
          <a:lstStyle/>
          <a:p>
            <a:fld id="{DE673F96-0975-46A3-AD68-AF15F86281DE}" type="slidenum">
              <a:rPr lang="en-US" smtClean="0"/>
              <a:t>11</a:t>
            </a:fld>
            <a:endParaRPr lang="en-US"/>
          </a:p>
        </p:txBody>
      </p:sp>
    </p:spTree>
    <p:extLst>
      <p:ext uri="{BB962C8B-B14F-4D97-AF65-F5344CB8AC3E}">
        <p14:creationId xmlns:p14="http://schemas.microsoft.com/office/powerpoint/2010/main" val="37372967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HealthCheck assessment experience is centered on a single, streamlined interface that allows users to input all relevant health metrics efficiently. As users enter data, the platform performs real-time calculations, providing instant feedback without requiring page reloads or additional steps. Visual indicators, such as green, yellow, and red status signals, are used to communicate health ranges intuitively and reduce interpretation effort. Each assessment is timestamped and stored, enabling trend analysis across multiple sessions. This real-time capability enhances user trust and engagement by demonstrating immediate value. From a functional perspective, it also reduces support burden and increases data consistency. In consulting terms, the assessment module represents the operational core of the platform, where accuracy, responsiveness, and usability converge to drive perceived product quality.</a:t>
            </a:r>
          </a:p>
        </p:txBody>
      </p:sp>
      <p:sp>
        <p:nvSpPr>
          <p:cNvPr id="4" name="Slide Number Placeholder 3"/>
          <p:cNvSpPr>
            <a:spLocks noGrp="1"/>
          </p:cNvSpPr>
          <p:nvPr>
            <p:ph type="sldNum" sz="quarter" idx="5"/>
          </p:nvPr>
        </p:nvSpPr>
        <p:spPr/>
        <p:txBody>
          <a:bodyPr/>
          <a:lstStyle/>
          <a:p>
            <a:fld id="{DE673F96-0975-46A3-AD68-AF15F86281DE}" type="slidenum">
              <a:rPr lang="en-US" smtClean="0"/>
              <a:t>12</a:t>
            </a:fld>
            <a:endParaRPr lang="en-US"/>
          </a:p>
        </p:txBody>
      </p:sp>
    </p:spTree>
    <p:extLst>
      <p:ext uri="{BB962C8B-B14F-4D97-AF65-F5344CB8AC3E}">
        <p14:creationId xmlns:p14="http://schemas.microsoft.com/office/powerpoint/2010/main" val="3863241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Personalized recommendations transform raw health data into actionable guidance, making them a key differentiator for the HealthifyMe platform. Based on calculated metrics and user goals, the system generates a health risk profile categorized into low, medium, or high risk levels. Diet recommendations are tailored according to BMI status and target outcomes, while exercise suggestions align with fitness level and preferences. Lifestyle advice addresses factors such as sleep, hydration, and stress management, reinforcing a holistic wellness approach. These insights are designed to be practical, achievable, and easy to understand, avoiding clinical jargon where possible. In a consulting lens, personalization increases engagement, improves perceived relevance, and supports measurable behavior change, all of which contribute to higher retention and conversion rates.</a:t>
            </a:r>
          </a:p>
        </p:txBody>
      </p:sp>
      <p:sp>
        <p:nvSpPr>
          <p:cNvPr id="4" name="Slide Number Placeholder 3"/>
          <p:cNvSpPr>
            <a:spLocks noGrp="1"/>
          </p:cNvSpPr>
          <p:nvPr>
            <p:ph type="sldNum" sz="quarter" idx="5"/>
          </p:nvPr>
        </p:nvSpPr>
        <p:spPr/>
        <p:txBody>
          <a:bodyPr/>
          <a:lstStyle/>
          <a:p>
            <a:fld id="{DE673F96-0975-46A3-AD68-AF15F86281DE}" type="slidenum">
              <a:rPr lang="en-US" smtClean="0"/>
              <a:t>13</a:t>
            </a:fld>
            <a:endParaRPr lang="en-US"/>
          </a:p>
        </p:txBody>
      </p:sp>
    </p:spTree>
    <p:extLst>
      <p:ext uri="{BB962C8B-B14F-4D97-AF65-F5344CB8AC3E}">
        <p14:creationId xmlns:p14="http://schemas.microsoft.com/office/powerpoint/2010/main" val="14700146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Progress Dashboards and Visual Analytics, BMI and Health Metric Dashboards, End-to-End User Journey Flow</a:t>
            </a:r>
          </a:p>
        </p:txBody>
      </p:sp>
      <p:sp>
        <p:nvSpPr>
          <p:cNvPr id="4" name="Slide Number Placeholder 3"/>
          <p:cNvSpPr>
            <a:spLocks noGrp="1"/>
          </p:cNvSpPr>
          <p:nvPr>
            <p:ph type="sldNum" sz="quarter" idx="5"/>
          </p:nvPr>
        </p:nvSpPr>
        <p:spPr/>
        <p:txBody>
          <a:bodyPr/>
          <a:lstStyle/>
          <a:p>
            <a:fld id="{DE673F96-0975-46A3-AD68-AF15F86281DE}" type="slidenum">
              <a:rPr lang="en-US" smtClean="0"/>
              <a:t>14</a:t>
            </a:fld>
            <a:endParaRPr lang="en-US"/>
          </a:p>
        </p:txBody>
      </p:sp>
    </p:spTree>
    <p:extLst>
      <p:ext uri="{BB962C8B-B14F-4D97-AF65-F5344CB8AC3E}">
        <p14:creationId xmlns:p14="http://schemas.microsoft.com/office/powerpoint/2010/main" val="23922028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progress dashboard is the primary interface through which users monitor their health journey over time. It presents weekly and monthly trend charts for all tracked metrics, enabling users to quickly identify improvements or areas of concern. Goal achievement is visualized through progress bars, reinforcing motivation and clarity. Before-and-after comparisons and milestone indicators add emotional resonance and reinforce positive behavior. From a design standpoint, the dashboard adopts a clean, green and blue healthcare color palette consistent with professional consulting aesthetics. Analytically, the dashboard supports both short-term feedback and long-term trend analysis. In a consulting context, this capability demonstrates how data visualization can drive engagement, insight, and sustained usage without overwhelming the user.</a:t>
            </a:r>
          </a:p>
        </p:txBody>
      </p:sp>
      <p:sp>
        <p:nvSpPr>
          <p:cNvPr id="4" name="Slide Number Placeholder 3"/>
          <p:cNvSpPr>
            <a:spLocks noGrp="1"/>
          </p:cNvSpPr>
          <p:nvPr>
            <p:ph type="sldNum" sz="quarter" idx="5"/>
          </p:nvPr>
        </p:nvSpPr>
        <p:spPr/>
        <p:txBody>
          <a:bodyPr/>
          <a:lstStyle/>
          <a:p>
            <a:fld id="{DE673F96-0975-46A3-AD68-AF15F86281DE}" type="slidenum">
              <a:rPr lang="en-US" smtClean="0"/>
              <a:t>15</a:t>
            </a:fld>
            <a:endParaRPr lang="en-US"/>
          </a:p>
        </p:txBody>
      </p:sp>
    </p:spTree>
    <p:extLst>
      <p:ext uri="{BB962C8B-B14F-4D97-AF65-F5344CB8AC3E}">
        <p14:creationId xmlns:p14="http://schemas.microsoft.com/office/powerpoint/2010/main" val="40526422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BMI dashboard serves as a flagship visualization within the HealthifyMe platform, translating a widely recognized health metric into an intuitive, category-based view. Users can see where they fall across underweight, normal, overweight, and obese ranges, supported by color coding and clear labels. Over time, BMI trends illustrate the impact of lifestyle changes and adherence to goals. Similar visual treatments are applied to other metrics such as heart rate and body measurements, creating a consistent analytical language across the platform. These dashboards are designed to be presentation-ready, aligning with consulting-style expectations for clarity and executive readability. By making metrics visually compelling, the platform increases comprehension and encourages regular check-ins.</a:t>
            </a:r>
          </a:p>
        </p:txBody>
      </p:sp>
      <p:sp>
        <p:nvSpPr>
          <p:cNvPr id="4" name="Slide Number Placeholder 3"/>
          <p:cNvSpPr>
            <a:spLocks noGrp="1"/>
          </p:cNvSpPr>
          <p:nvPr>
            <p:ph type="sldNum" sz="quarter" idx="5"/>
          </p:nvPr>
        </p:nvSpPr>
        <p:spPr/>
        <p:txBody>
          <a:bodyPr/>
          <a:lstStyle/>
          <a:p>
            <a:fld id="{DE673F96-0975-46A3-AD68-AF15F86281DE}" type="slidenum">
              <a:rPr lang="en-US" smtClean="0"/>
              <a:t>16</a:t>
            </a:fld>
            <a:endParaRPr lang="en-US"/>
          </a:p>
        </p:txBody>
      </p:sp>
    </p:spTree>
    <p:extLst>
      <p:ext uri="{BB962C8B-B14F-4D97-AF65-F5344CB8AC3E}">
        <p14:creationId xmlns:p14="http://schemas.microsoft.com/office/powerpoint/2010/main" val="21322865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end-to-end user journey for the HealthifyMe HealthCheck platform is designed as a logical, motivating progression. Users begin with signup and basic profile creation, followed by their first comprehensive health assessment. Instant results provide immediate value, reinforcing trust and curiosity. Users then set specific goals, such as weight loss or fitness improvement, which anchor subsequent interactions. Weekly check-ins allow users to update measurements and observe progress through dashboards. Alerts and insights highlight improvements or potential concerns, prompting timely action. From a consulting viewpoint, this journey is optimized to minimize drop-off, reinforce habit formation, and create recurring engagement loops that support both user outcomes and business objectives.</a:t>
            </a:r>
          </a:p>
        </p:txBody>
      </p:sp>
      <p:sp>
        <p:nvSpPr>
          <p:cNvPr id="4" name="Slide Number Placeholder 3"/>
          <p:cNvSpPr>
            <a:spLocks noGrp="1"/>
          </p:cNvSpPr>
          <p:nvPr>
            <p:ph type="sldNum" sz="quarter" idx="5"/>
          </p:nvPr>
        </p:nvSpPr>
        <p:spPr/>
        <p:txBody>
          <a:bodyPr/>
          <a:lstStyle/>
          <a:p>
            <a:fld id="{DE673F96-0975-46A3-AD68-AF15F86281DE}" type="slidenum">
              <a:rPr lang="en-US" smtClean="0"/>
              <a:t>17</a:t>
            </a:fld>
            <a:endParaRPr lang="en-US"/>
          </a:p>
        </p:txBody>
      </p:sp>
    </p:spTree>
    <p:extLst>
      <p:ext uri="{BB962C8B-B14F-4D97-AF65-F5344CB8AC3E}">
        <p14:creationId xmlns:p14="http://schemas.microsoft.com/office/powerpoint/2010/main" val="11133763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Non-Functional Requirements and Quality Standards, Success Metrics and Business Impact, Roadmap, Next Steps, and Approvals</a:t>
            </a:r>
          </a:p>
        </p:txBody>
      </p:sp>
      <p:sp>
        <p:nvSpPr>
          <p:cNvPr id="4" name="Slide Number Placeholder 3"/>
          <p:cNvSpPr>
            <a:spLocks noGrp="1"/>
          </p:cNvSpPr>
          <p:nvPr>
            <p:ph type="sldNum" sz="quarter" idx="5"/>
          </p:nvPr>
        </p:nvSpPr>
        <p:spPr/>
        <p:txBody>
          <a:bodyPr/>
          <a:lstStyle/>
          <a:p>
            <a:fld id="{DE673F96-0975-46A3-AD68-AF15F86281DE}" type="slidenum">
              <a:rPr lang="en-US" smtClean="0"/>
              <a:t>18</a:t>
            </a:fld>
            <a:endParaRPr lang="en-US"/>
          </a:p>
        </p:txBody>
      </p:sp>
    </p:spTree>
    <p:extLst>
      <p:ext uri="{BB962C8B-B14F-4D97-AF65-F5344CB8AC3E}">
        <p14:creationId xmlns:p14="http://schemas.microsoft.com/office/powerpoint/2010/main" val="24225712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Non-functional requirements define the quality attributes that ensure the HealthifyMe HealthCheck platform is reliable, secure, and scalable. Performance targets include fast page load times and the ability to support high concurrent user volumes without degradation. Security requirements emphasize compliance with healthcare data regulations, encrypted storage, and role-based access control. Usability standards focus on mobile-first design, minimal interaction steps, and clear visual communication. These requirements are critical enablers of trust and adoption, particularly in a health context where data sensitivity is high. In consulting terms, strong non-functional foundations reduce operational risk and support sustainable scaling as user numbers grow.</a:t>
            </a:r>
          </a:p>
        </p:txBody>
      </p:sp>
      <p:sp>
        <p:nvSpPr>
          <p:cNvPr id="4" name="Slide Number Placeholder 3"/>
          <p:cNvSpPr>
            <a:spLocks noGrp="1"/>
          </p:cNvSpPr>
          <p:nvPr>
            <p:ph type="sldNum" sz="quarter" idx="5"/>
          </p:nvPr>
        </p:nvSpPr>
        <p:spPr/>
        <p:txBody>
          <a:bodyPr/>
          <a:lstStyle/>
          <a:p>
            <a:fld id="{DE673F96-0975-46A3-AD68-AF15F86281DE}" type="slidenum">
              <a:rPr lang="en-US" smtClean="0"/>
              <a:t>19</a:t>
            </a:fld>
            <a:endParaRPr lang="en-US"/>
          </a:p>
        </p:txBody>
      </p:sp>
    </p:spTree>
    <p:extLst>
      <p:ext uri="{BB962C8B-B14F-4D97-AF65-F5344CB8AC3E}">
        <p14:creationId xmlns:p14="http://schemas.microsoft.com/office/powerpoint/2010/main" val="11326047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Success for the HealthifyMe HealthCheck platform is measured through a combination of quantitative and qualitative indicators. Key metrics include user registrations, weekly active usage, and assessment completion rates, which signal engagement and usability. Health outcome proxies, such as goal achievement rates, provide insight into real-world impact. Business metrics, including premium conversion and net promoter score, reflect commercial viability and brand strength. For corporate clients, reduced healthcare costs and improved employee wellness participation represent additional value levers. This balanced scorecard approach ensures that success is evaluated holistically, aligning user benefit with business performance.</a:t>
            </a:r>
          </a:p>
        </p:txBody>
      </p:sp>
      <p:sp>
        <p:nvSpPr>
          <p:cNvPr id="4" name="Slide Number Placeholder 3"/>
          <p:cNvSpPr>
            <a:spLocks noGrp="1"/>
          </p:cNvSpPr>
          <p:nvPr>
            <p:ph type="sldNum" sz="quarter" idx="5"/>
          </p:nvPr>
        </p:nvSpPr>
        <p:spPr/>
        <p:txBody>
          <a:bodyPr/>
          <a:lstStyle/>
          <a:p>
            <a:fld id="{DE673F96-0975-46A3-AD68-AF15F86281DE}" type="slidenum">
              <a:rPr lang="en-US" smtClean="0"/>
              <a:t>20</a:t>
            </a:fld>
            <a:endParaRPr lang="en-US"/>
          </a:p>
        </p:txBody>
      </p:sp>
    </p:spTree>
    <p:extLst>
      <p:ext uri="{BB962C8B-B14F-4D97-AF65-F5344CB8AC3E}">
        <p14:creationId xmlns:p14="http://schemas.microsoft.com/office/powerpoint/2010/main" val="10463996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immediate next steps for the HealthifyMe HealthCheck platform focus on governance, validation, and execution readiness. Stakeholder review and approval of the business requirements ensure alignment and accountability. Technical architecture finalization and medical validation of calculations are critical risk-mitigation activities prior to development. UI and UX wireframe creation translates requirements into tangible user experiences. From a roadmap perspective, the initial MVP phase establishes core capabilities, while subsequent phases can introduce advanced analytics and integrations. In a consulting-style close, clear decision points and ownership are emphasized to maintain momentum and deliver the platform on time and within scope.</a:t>
            </a:r>
          </a:p>
        </p:txBody>
      </p:sp>
      <p:sp>
        <p:nvSpPr>
          <p:cNvPr id="4" name="Slide Number Placeholder 3"/>
          <p:cNvSpPr>
            <a:spLocks noGrp="1"/>
          </p:cNvSpPr>
          <p:nvPr>
            <p:ph type="sldNum" sz="quarter" idx="5"/>
          </p:nvPr>
        </p:nvSpPr>
        <p:spPr/>
        <p:txBody>
          <a:bodyPr/>
          <a:lstStyle/>
          <a:p>
            <a:fld id="{DE673F96-0975-46A3-AD68-AF15F86281DE}" type="slidenum">
              <a:rPr lang="en-US" smtClean="0"/>
              <a:t>21</a:t>
            </a:fld>
            <a:endParaRPr lang="en-US"/>
          </a:p>
        </p:txBody>
      </p:sp>
    </p:spTree>
    <p:extLst>
      <p:ext uri="{BB962C8B-B14F-4D97-AF65-F5344CB8AC3E}">
        <p14:creationId xmlns:p14="http://schemas.microsoft.com/office/powerpoint/2010/main" val="42294343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67513" y="4592116"/>
            <a:ext cx="10872216" cy="976143"/>
          </a:xfrm>
        </p:spPr>
        <p:txBody>
          <a:bodyPr vert="horz" lIns="91440" tIns="45720" rIns="91440" bIns="45720" rtlCol="0" anchor="b">
            <a:normAutofit/>
          </a:bodyPr>
          <a:lstStyle>
            <a:lvl1pPr>
              <a:defRPr lang="en-US" sz="4000" dirty="0">
                <a:solidFill>
                  <a:schemeClr val="tx1"/>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67511" y="5971761"/>
            <a:ext cx="10872217" cy="336287"/>
          </a:xfrm>
        </p:spPr>
        <p:txBody>
          <a:bodyPr vert="horz" lIns="91440" tIns="45720" rIns="91440" bIns="45720" rtlCol="0">
            <a:noAutofit/>
          </a:bodyPr>
          <a:lstStyle>
            <a:lvl1pPr marL="0" indent="0">
              <a:buNone/>
              <a:defRPr lang="en-US" sz="2000" dirty="0">
                <a:solidFill>
                  <a:schemeClr val="tx1"/>
                </a:solidFill>
              </a:defRPr>
            </a:lvl1pPr>
          </a:lstStyle>
          <a:p>
            <a:pPr lvl="0"/>
            <a:r>
              <a:rPr lang="en-US"/>
              <a:t>Click to edit Master subtitle style</a:t>
            </a:r>
            <a:endParaRPr lang="en-US" dirty="0"/>
          </a:p>
        </p:txBody>
      </p:sp>
      <p:sp>
        <p:nvSpPr>
          <p:cNvPr id="6" name="Slide Number Placeholder 5">
            <a:extLst>
              <a:ext uri="{FF2B5EF4-FFF2-40B4-BE49-F238E27FC236}">
                <a16:creationId xmlns:a16="http://schemas.microsoft.com/office/drawing/2014/main" id="{8439C8A7-72AC-0719-E46F-68CFF8D5F316}"/>
              </a:ext>
            </a:extLst>
          </p:cNvPr>
          <p:cNvSpPr>
            <a:spLocks noGrp="1"/>
          </p:cNvSpPr>
          <p:nvPr>
            <p:ph type="sldNum" sz="quarter" idx="16"/>
          </p:nvPr>
        </p:nvSpPr>
        <p:spPr/>
        <p:txBody>
          <a:bodyPr/>
          <a:lstStyle/>
          <a:p>
            <a:fld id="{7ECAF3DD-865B-4F9E-8AEE-28157E83B0D8}" type="slidenum">
              <a:rPr lang="en-US" smtClean="0"/>
              <a:pPr/>
              <a:t>‹#›</a:t>
            </a:fld>
            <a:endParaRPr lang="en-US" dirty="0"/>
          </a:p>
        </p:txBody>
      </p:sp>
      <p:sp>
        <p:nvSpPr>
          <p:cNvPr id="5" name="Footer Placeholder 4">
            <a:extLst>
              <a:ext uri="{FF2B5EF4-FFF2-40B4-BE49-F238E27FC236}">
                <a16:creationId xmlns:a16="http://schemas.microsoft.com/office/drawing/2014/main" id="{885DA28C-4307-6E8D-E3C0-B0F65FE46263}"/>
              </a:ext>
            </a:extLst>
          </p:cNvPr>
          <p:cNvSpPr>
            <a:spLocks noGrp="1"/>
          </p:cNvSpPr>
          <p:nvPr>
            <p:ph type="ftr" sz="quarter" idx="15"/>
          </p:nvPr>
        </p:nvSpPr>
        <p:spPr/>
        <p:txBody>
          <a:bodyPr/>
          <a:lstStyle/>
          <a:p>
            <a:r>
              <a:rPr lang="en-US"/>
              <a:t>Presentation title</a:t>
            </a:r>
            <a:endParaRPr lang="en-US" dirty="0"/>
          </a:p>
        </p:txBody>
      </p:sp>
      <p:sp>
        <p:nvSpPr>
          <p:cNvPr id="4" name="Date Placeholder 3">
            <a:extLst>
              <a:ext uri="{FF2B5EF4-FFF2-40B4-BE49-F238E27FC236}">
                <a16:creationId xmlns:a16="http://schemas.microsoft.com/office/drawing/2014/main" id="{D30A06B8-E88E-0500-3055-3E24279A6507}"/>
              </a:ext>
            </a:extLst>
          </p:cNvPr>
          <p:cNvSpPr>
            <a:spLocks noGrp="1"/>
          </p:cNvSpPr>
          <p:nvPr>
            <p:ph type="dt" sz="half" idx="14"/>
          </p:nvPr>
        </p:nvSpPr>
        <p:spPr/>
        <p:txBody>
          <a:bodyPr/>
          <a:lstStyle/>
          <a:p>
            <a:fld id="{DEE4FD85-5D6D-4FA4-A373-26EC0F227592}" type="datetime1">
              <a:rPr lang="en-US" smtClean="0"/>
              <a:pPr/>
              <a:t>3/12/2026</a:t>
            </a:fld>
            <a:endParaRPr lang="en-US"/>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667513" y="1260124"/>
            <a:ext cx="10872216" cy="3012032"/>
          </a:xfrm>
          <a:blipFill>
            <a:blip r:embed="rId2">
              <a:alphaModFix amt="7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92111673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nchor="b">
            <a:normAutofit/>
          </a:bodyPr>
          <a:lstStyle>
            <a:lvl1pPr>
              <a:defRPr sz="4000"/>
            </a:lvl1pPr>
          </a:lstStyle>
          <a:p>
            <a:r>
              <a:rPr lang="en-US"/>
              <a:t>Click to edit Master title style</a:t>
            </a:r>
            <a:endParaRPr lang="en-US" dirty="0"/>
          </a:p>
        </p:txBody>
      </p:sp>
      <p:sp>
        <p:nvSpPr>
          <p:cNvPr id="6" name="Slide Number Placeholder 5">
            <a:extLst>
              <a:ext uri="{FF2B5EF4-FFF2-40B4-BE49-F238E27FC236}">
                <a16:creationId xmlns:a16="http://schemas.microsoft.com/office/drawing/2014/main" id="{6950CABD-2C3E-3981-7474-14066C60A592}"/>
              </a:ext>
            </a:extLst>
          </p:cNvPr>
          <p:cNvSpPr>
            <a:spLocks noGrp="1"/>
          </p:cNvSpPr>
          <p:nvPr>
            <p:ph type="sldNum" sz="quarter" idx="12"/>
          </p:nvPr>
        </p:nvSpPr>
        <p:spPr/>
        <p:txBody>
          <a:bodyPr/>
          <a:lstStyle/>
          <a:p>
            <a:fld id="{7ECAF3DD-865B-4F9E-8AEE-28157E83B0D8}" type="slidenum">
              <a:rPr lang="en-US" smtClean="0"/>
              <a:pPr/>
              <a:t>‹#›</a:t>
            </a:fld>
            <a:endParaRPr lang="en-US" dirty="0"/>
          </a:p>
        </p:txBody>
      </p:sp>
      <p:sp>
        <p:nvSpPr>
          <p:cNvPr id="5" name="Footer Placeholder 4">
            <a:extLst>
              <a:ext uri="{FF2B5EF4-FFF2-40B4-BE49-F238E27FC236}">
                <a16:creationId xmlns:a16="http://schemas.microsoft.com/office/drawing/2014/main" id="{2CAEF4C9-A376-49B1-2605-259BE261D55C}"/>
              </a:ext>
            </a:extLst>
          </p:cNvPr>
          <p:cNvSpPr>
            <a:spLocks noGrp="1"/>
          </p:cNvSpPr>
          <p:nvPr>
            <p:ph type="ftr" sz="quarter" idx="11"/>
          </p:nvPr>
        </p:nvSpPr>
        <p:spPr/>
        <p:txBody>
          <a:bodyPr/>
          <a:lstStyle/>
          <a:p>
            <a:r>
              <a:rPr lang="en-US"/>
              <a:t>Presentation title</a:t>
            </a:r>
            <a:endParaRPr lang="en-US" dirty="0"/>
          </a:p>
        </p:txBody>
      </p:sp>
      <p:sp>
        <p:nvSpPr>
          <p:cNvPr id="4" name="Date Placeholder 3">
            <a:extLst>
              <a:ext uri="{FF2B5EF4-FFF2-40B4-BE49-F238E27FC236}">
                <a16:creationId xmlns:a16="http://schemas.microsoft.com/office/drawing/2014/main" id="{F9BF5E17-B569-458A-61B5-EBD7257A6392}"/>
              </a:ext>
            </a:extLst>
          </p:cNvPr>
          <p:cNvSpPr>
            <a:spLocks noGrp="1"/>
          </p:cNvSpPr>
          <p:nvPr>
            <p:ph type="dt" sz="half" idx="10"/>
          </p:nvPr>
        </p:nvSpPr>
        <p:spPr/>
        <p:txBody>
          <a:bodyPr/>
          <a:lstStyle/>
          <a:p>
            <a:fld id="{DEE4FD85-5D6D-4FA4-A373-26EC0F227592}" type="datetime1">
              <a:rPr lang="en-US" smtClean="0"/>
              <a:pPr/>
              <a:t>3/12/2026</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83152197"/>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885432" y="1260123"/>
            <a:ext cx="4639056" cy="3331993"/>
          </a:xfrm>
        </p:spPr>
        <p:txBody>
          <a:bodyPr vert="horz" lIns="91440" tIns="45720" rIns="91440" bIns="45720" rtlCol="0" anchor="t">
            <a:normAutofit/>
          </a:bodyPr>
          <a:lstStyle>
            <a:lvl1pPr>
              <a:defRPr lang="en-US" sz="60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85430" y="5276167"/>
            <a:ext cx="4639057" cy="1004012"/>
          </a:xfrm>
        </p:spPr>
        <p:txBody>
          <a:bodyPr vert="horz" lIns="91440" tIns="45720" rIns="91440" bIns="45720" rtlCol="0" anchor="b">
            <a:normAutofit/>
          </a:bodyPr>
          <a:lstStyle>
            <a:lvl1pPr marL="0" indent="0">
              <a:buNone/>
              <a:defRPr lang="en-US" sz="2000" dirty="0"/>
            </a:lvl1pPr>
          </a:lstStyle>
          <a:p>
            <a:pPr lvl="0"/>
            <a:r>
              <a:rPr lang="en-US" dirty="0"/>
              <a:t>Click to edit Master subtitle style</a:t>
            </a:r>
          </a:p>
        </p:txBody>
      </p:sp>
      <p:sp>
        <p:nvSpPr>
          <p:cNvPr id="12" name="Slide Number Placeholder 5">
            <a:extLst>
              <a:ext uri="{FF2B5EF4-FFF2-40B4-BE49-F238E27FC236}">
                <a16:creationId xmlns:a16="http://schemas.microsoft.com/office/drawing/2014/main" id="{DE9EE4A5-77BA-B98A-B7C9-E73454ECBFF1}"/>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dirty="0"/>
          </a:p>
        </p:txBody>
      </p:sp>
      <p:sp>
        <p:nvSpPr>
          <p:cNvPr id="4" name="Footer Placeholder 3">
            <a:extLst>
              <a:ext uri="{FF2B5EF4-FFF2-40B4-BE49-F238E27FC236}">
                <a16:creationId xmlns:a16="http://schemas.microsoft.com/office/drawing/2014/main" id="{903044E3-8B6D-8A14-DF79-CAB3CCD720D7}"/>
              </a:ext>
            </a:extLst>
          </p:cNvPr>
          <p:cNvSpPr>
            <a:spLocks noGrp="1"/>
          </p:cNvSpPr>
          <p:nvPr>
            <p:ph type="ftr" sz="quarter" idx="15"/>
          </p:nvPr>
        </p:nvSpPr>
        <p:spPr>
          <a:xfrm>
            <a:off x="934122" y="181066"/>
            <a:ext cx="3144101" cy="365125"/>
          </a:xfrm>
        </p:spPr>
        <p:txBody>
          <a:bodyPr/>
          <a:lstStyle/>
          <a:p>
            <a:r>
              <a:rPr lang="en-US"/>
              <a:t>Presentation title</a:t>
            </a:r>
            <a:endParaRPr lang="en-US" dirty="0"/>
          </a:p>
        </p:txBody>
      </p:sp>
      <p:sp>
        <p:nvSpPr>
          <p:cNvPr id="11" name="Date Placeholder 3">
            <a:extLst>
              <a:ext uri="{FF2B5EF4-FFF2-40B4-BE49-F238E27FC236}">
                <a16:creationId xmlns:a16="http://schemas.microsoft.com/office/drawing/2014/main" id="{D5ABF2A6-C99B-8F4B-07CD-C27BE4C33A3B}"/>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C49802C6-10E7-4049-A420-490D82DD2D49}" type="datetime1">
              <a:rPr lang="en-US" smtClean="0"/>
              <a:t>3/12/2026</a:t>
            </a:fld>
            <a:endParaRPr lang="en-US"/>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667511" y="1260122"/>
            <a:ext cx="5897881" cy="5020057"/>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12217263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824216" y="1260124"/>
            <a:ext cx="3700272" cy="2996802"/>
          </a:xfrm>
        </p:spPr>
        <p:txBody>
          <a:bodyPr vert="horz" lIns="91440" tIns="45720" rIns="91440" bIns="45720" rtlCol="0" anchor="b">
            <a:normAutofit/>
          </a:bodyPr>
          <a:lstStyle>
            <a:lvl1pPr>
              <a:defRPr lang="en-US" sz="48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24216" y="4576885"/>
            <a:ext cx="3700273" cy="1703294"/>
          </a:xfrm>
        </p:spPr>
        <p:txBody>
          <a:bodyPr vert="horz" lIns="91440" tIns="45720" rIns="91440" bIns="45720" rtlCol="0">
            <a:normAutofit/>
          </a:bodyPr>
          <a:lstStyle>
            <a:lvl1pPr marL="0" indent="0">
              <a:buNone/>
              <a:defRPr lang="en-US" sz="2000" dirty="0"/>
            </a:lvl1pPr>
          </a:lstStyle>
          <a:p>
            <a:pPr lvl="0"/>
            <a:r>
              <a:rPr lang="en-US" dirty="0"/>
              <a:t>Click to edit Master subtitle style</a:t>
            </a:r>
          </a:p>
        </p:txBody>
      </p:sp>
      <p:sp>
        <p:nvSpPr>
          <p:cNvPr id="12" name="Slide Number Placeholder 5">
            <a:extLst>
              <a:ext uri="{FF2B5EF4-FFF2-40B4-BE49-F238E27FC236}">
                <a16:creationId xmlns:a16="http://schemas.microsoft.com/office/drawing/2014/main" id="{8998A4B6-1ED2-0175-5171-79D752A4BF4B}"/>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dirty="0"/>
          </a:p>
        </p:txBody>
      </p:sp>
      <p:sp>
        <p:nvSpPr>
          <p:cNvPr id="4" name="Footer Placeholder 3">
            <a:extLst>
              <a:ext uri="{FF2B5EF4-FFF2-40B4-BE49-F238E27FC236}">
                <a16:creationId xmlns:a16="http://schemas.microsoft.com/office/drawing/2014/main" id="{B87DA747-225E-C3D7-9B45-5A82A81437B0}"/>
              </a:ext>
            </a:extLst>
          </p:cNvPr>
          <p:cNvSpPr>
            <a:spLocks noGrp="1"/>
          </p:cNvSpPr>
          <p:nvPr>
            <p:ph type="ftr" sz="quarter" idx="15"/>
          </p:nvPr>
        </p:nvSpPr>
        <p:spPr>
          <a:xfrm>
            <a:off x="934122" y="181066"/>
            <a:ext cx="3144101" cy="365125"/>
          </a:xfrm>
        </p:spPr>
        <p:txBody>
          <a:bodyPr/>
          <a:lstStyle/>
          <a:p>
            <a:r>
              <a:rPr lang="en-US"/>
              <a:t>Presentation title</a:t>
            </a:r>
            <a:endParaRPr lang="en-US" dirty="0"/>
          </a:p>
        </p:txBody>
      </p:sp>
      <p:sp>
        <p:nvSpPr>
          <p:cNvPr id="11" name="Date Placeholder 3">
            <a:extLst>
              <a:ext uri="{FF2B5EF4-FFF2-40B4-BE49-F238E27FC236}">
                <a16:creationId xmlns:a16="http://schemas.microsoft.com/office/drawing/2014/main" id="{506E5107-A554-D167-5D26-04303F09940C}"/>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2F55ADCF-3664-4479-8ED8-BAA5E6653B62}" type="datetime1">
              <a:rPr lang="en-US" smtClean="0"/>
              <a:t>3/12/2026</a:t>
            </a:fld>
            <a:endParaRPr lang="en-US"/>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667512" y="1260122"/>
            <a:ext cx="6780009" cy="5020057"/>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a:blip r:embed="rId2">
              <a:alphaModFix amt="60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424650856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67512" y="1261872"/>
            <a:ext cx="5897880" cy="2996266"/>
          </a:xfrm>
        </p:spPr>
        <p:txBody>
          <a:bodyPr vert="horz" lIns="91440" tIns="45720" rIns="91440" bIns="45720" rtlCol="0" anchor="t">
            <a:normAutofit/>
          </a:bodyPr>
          <a:lstStyle>
            <a:lvl1pPr>
              <a:defRPr lang="en-US" sz="60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67510" y="4592115"/>
            <a:ext cx="5897882" cy="1688063"/>
          </a:xfrm>
        </p:spPr>
        <p:txBody>
          <a:bodyPr vert="horz" lIns="91440" tIns="45720" rIns="91440" bIns="45720" rtlCol="0" anchor="b">
            <a:normAutofit/>
          </a:bodyPr>
          <a:lstStyle>
            <a:lvl1pPr marL="0" indent="0">
              <a:buNone/>
              <a:defRPr lang="en-US" sz="2000" dirty="0"/>
            </a:lvl1pPr>
          </a:lstStyle>
          <a:p>
            <a:pPr lvl="0"/>
            <a:r>
              <a:rPr lang="en-US" dirty="0"/>
              <a:t>Click to edit Master subtitle style</a:t>
            </a:r>
          </a:p>
        </p:txBody>
      </p:sp>
      <p:sp>
        <p:nvSpPr>
          <p:cNvPr id="13" name="Slide Number Placeholder 5">
            <a:extLst>
              <a:ext uri="{FF2B5EF4-FFF2-40B4-BE49-F238E27FC236}">
                <a16:creationId xmlns:a16="http://schemas.microsoft.com/office/drawing/2014/main" id="{92E398B4-AE63-C902-83C3-1A4A85D8BA91}"/>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dirty="0"/>
          </a:p>
        </p:txBody>
      </p:sp>
      <p:sp>
        <p:nvSpPr>
          <p:cNvPr id="4" name="Footer Placeholder 3">
            <a:extLst>
              <a:ext uri="{FF2B5EF4-FFF2-40B4-BE49-F238E27FC236}">
                <a16:creationId xmlns:a16="http://schemas.microsoft.com/office/drawing/2014/main" id="{714AAA3B-0D59-4204-802D-5471962CF6D9}"/>
              </a:ext>
            </a:extLst>
          </p:cNvPr>
          <p:cNvSpPr>
            <a:spLocks noGrp="1"/>
          </p:cNvSpPr>
          <p:nvPr>
            <p:ph type="ftr" sz="quarter" idx="15"/>
          </p:nvPr>
        </p:nvSpPr>
        <p:spPr>
          <a:xfrm>
            <a:off x="934122" y="181066"/>
            <a:ext cx="3144101" cy="365125"/>
          </a:xfrm>
        </p:spPr>
        <p:txBody>
          <a:bodyPr/>
          <a:lstStyle/>
          <a:p>
            <a:r>
              <a:rPr lang="en-US"/>
              <a:t>Presentation title</a:t>
            </a:r>
            <a:endParaRPr lang="en-US" dirty="0"/>
          </a:p>
        </p:txBody>
      </p:sp>
      <p:sp>
        <p:nvSpPr>
          <p:cNvPr id="12" name="Date Placeholder 3">
            <a:extLst>
              <a:ext uri="{FF2B5EF4-FFF2-40B4-BE49-F238E27FC236}">
                <a16:creationId xmlns:a16="http://schemas.microsoft.com/office/drawing/2014/main" id="{031F4DFA-B85C-EFE8-48B9-F27537048D33}"/>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CECF7E77-8611-47D0-A92F-5C18E9C5DC54}" type="datetime1">
              <a:rPr lang="en-US" smtClean="0"/>
              <a:t>3/12/2026</a:t>
            </a:fld>
            <a:endParaRPr lang="en-US"/>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6885432" y="1261872"/>
            <a:ext cx="4654296" cy="5018306"/>
          </a:xfrm>
          <a:blipFill>
            <a:blip r:embed="rId2">
              <a:alphaModFix amt="7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74535526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6">
    <p:bg>
      <p:bgRef idx="1001">
        <a:schemeClr val="bg1"/>
      </p:bgRef>
    </p:bg>
    <p:spTree>
      <p:nvGrpSpPr>
        <p:cNvPr id="1" name=""/>
        <p:cNvGrpSpPr/>
        <p:nvPr/>
      </p:nvGrpSpPr>
      <p:grpSpPr>
        <a:xfrm>
          <a:off x="0" y="0"/>
          <a:ext cx="0" cy="0"/>
          <a:chOff x="0" y="0"/>
          <a:chExt cx="0" cy="0"/>
        </a:xfrm>
      </p:grpSpPr>
      <p:sp>
        <p:nvSpPr>
          <p:cNvPr id="27" name="Picture Placeholder 26">
            <a:extLst>
              <a:ext uri="{FF2B5EF4-FFF2-40B4-BE49-F238E27FC236}">
                <a16:creationId xmlns:a16="http://schemas.microsoft.com/office/drawing/2014/main" id="{30C5601D-25D6-0852-460F-4F5EDDCA5278}"/>
              </a:ext>
            </a:extLst>
          </p:cNvPr>
          <p:cNvSpPr>
            <a:spLocks noGrp="1"/>
          </p:cNvSpPr>
          <p:nvPr>
            <p:ph type="pic" sz="quarter" idx="13" hasCustomPrompt="1"/>
          </p:nvPr>
        </p:nvSpPr>
        <p:spPr>
          <a:xfrm>
            <a:off x="0" y="0"/>
            <a:ext cx="12192000" cy="6858000"/>
          </a:xfrm>
          <a:custGeom>
            <a:avLst/>
            <a:gdLst>
              <a:gd name="csX0" fmla="*/ 650748 w 12192000"/>
              <a:gd name="csY0" fmla="*/ 557784 h 6858000"/>
              <a:gd name="csX1" fmla="*/ 650748 w 12192000"/>
              <a:gd name="csY1" fmla="*/ 566928 h 6858000"/>
              <a:gd name="csX2" fmla="*/ 11541252 w 12192000"/>
              <a:gd name="csY2" fmla="*/ 566928 h 6858000"/>
              <a:gd name="csX3" fmla="*/ 11541252 w 12192000"/>
              <a:gd name="csY3" fmla="*/ 557784 h 6858000"/>
              <a:gd name="csX4" fmla="*/ 0 w 12192000"/>
              <a:gd name="csY4" fmla="*/ 0 h 6858000"/>
              <a:gd name="csX5" fmla="*/ 12192000 w 12192000"/>
              <a:gd name="csY5" fmla="*/ 0 h 6858000"/>
              <a:gd name="csX6" fmla="*/ 12192000 w 12192000"/>
              <a:gd name="csY6" fmla="*/ 6858000 h 6858000"/>
              <a:gd name="csX7" fmla="*/ 0 w 12192000"/>
              <a:gd name="csY7"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6858000">
                <a:moveTo>
                  <a:pt x="650748" y="557784"/>
                </a:moveTo>
                <a:lnTo>
                  <a:pt x="650748" y="566928"/>
                </a:lnTo>
                <a:lnTo>
                  <a:pt x="11541252" y="566928"/>
                </a:lnTo>
                <a:lnTo>
                  <a:pt x="11541252" y="557784"/>
                </a:lnTo>
                <a:close/>
                <a:moveTo>
                  <a:pt x="0" y="0"/>
                </a:moveTo>
                <a:lnTo>
                  <a:pt x="12192000" y="0"/>
                </a:lnTo>
                <a:lnTo>
                  <a:pt x="12192000" y="6858000"/>
                </a:lnTo>
                <a:lnTo>
                  <a:pt x="0" y="68580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0" y="3429000"/>
            <a:ext cx="12192000" cy="2159828"/>
          </a:xfrm>
          <a:gradFill flip="none" rotWithShape="1">
            <a:gsLst>
              <a:gs pos="0">
                <a:schemeClr val="bg2">
                  <a:alpha val="50000"/>
                </a:schemeClr>
              </a:gs>
              <a:gs pos="100000">
                <a:schemeClr val="bg2">
                  <a:alpha val="0"/>
                </a:schemeClr>
              </a:gs>
            </a:gsLst>
            <a:lin ang="16200000" scaled="1"/>
            <a:tileRect/>
          </a:gradFill>
        </p:spPr>
        <p:txBody>
          <a:bodyPr vert="horz" lIns="777240" tIns="45720" rIns="2286000" bIns="45720" rtlCol="0" anchor="b">
            <a:normAutofit/>
          </a:bodyPr>
          <a:lstStyle>
            <a:lvl1pPr>
              <a:defRPr lang="en-US" sz="6000" dirty="0"/>
            </a:lvl1pPr>
          </a:lstStyle>
          <a:p>
            <a:pPr lvl="0"/>
            <a:r>
              <a:rPr lang="en-US" dirty="0"/>
              <a:t>Click to edit Master title style</a:t>
            </a:r>
          </a:p>
        </p:txBody>
      </p:sp>
      <p:sp>
        <p:nvSpPr>
          <p:cNvPr id="6" name="Subtitle 2">
            <a:extLst>
              <a:ext uri="{FF2B5EF4-FFF2-40B4-BE49-F238E27FC236}">
                <a16:creationId xmlns:a16="http://schemas.microsoft.com/office/drawing/2014/main" id="{B6DADE99-E3CE-8A7B-349A-714ACCF251FD}"/>
              </a:ext>
            </a:extLst>
          </p:cNvPr>
          <p:cNvSpPr>
            <a:spLocks noGrp="1"/>
          </p:cNvSpPr>
          <p:nvPr>
            <p:ph type="subTitle" idx="1"/>
          </p:nvPr>
        </p:nvSpPr>
        <p:spPr>
          <a:xfrm>
            <a:off x="0" y="5586478"/>
            <a:ext cx="12192000" cy="1271522"/>
          </a:xfrm>
          <a:solidFill>
            <a:schemeClr val="bg2">
              <a:alpha val="50000"/>
            </a:schemeClr>
          </a:solidFill>
        </p:spPr>
        <p:txBody>
          <a:bodyPr vert="horz" lIns="777240" tIns="45720" rIns="2286000" bIns="45720" rtlCol="0" anchor="t">
            <a:normAutofit/>
          </a:bodyPr>
          <a:lstStyle>
            <a:lvl1pPr marL="0" indent="0">
              <a:buNone/>
              <a:defRPr lang="en-US" sz="2000" dirty="0"/>
            </a:lvl1pPr>
          </a:lstStyle>
          <a:p>
            <a:pPr lvl="0"/>
            <a:r>
              <a:rPr lang="en-US" dirty="0"/>
              <a:t>Click to edit Master subtitle style</a:t>
            </a:r>
          </a:p>
        </p:txBody>
      </p:sp>
      <p:sp>
        <p:nvSpPr>
          <p:cNvPr id="13" name="Slide Number Placeholder 5">
            <a:extLst>
              <a:ext uri="{FF2B5EF4-FFF2-40B4-BE49-F238E27FC236}">
                <a16:creationId xmlns:a16="http://schemas.microsoft.com/office/drawing/2014/main" id="{92E398B4-AE63-C902-83C3-1A4A85D8BA91}"/>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dirty="0"/>
          </a:p>
        </p:txBody>
      </p:sp>
      <p:sp>
        <p:nvSpPr>
          <p:cNvPr id="5" name="Footer Placeholder 3">
            <a:extLst>
              <a:ext uri="{FF2B5EF4-FFF2-40B4-BE49-F238E27FC236}">
                <a16:creationId xmlns:a16="http://schemas.microsoft.com/office/drawing/2014/main" id="{008CFED4-8CC8-E28A-89D6-61226616DECC}"/>
              </a:ext>
            </a:extLst>
          </p:cNvPr>
          <p:cNvSpPr>
            <a:spLocks noGrp="1"/>
          </p:cNvSpPr>
          <p:nvPr>
            <p:ph type="ftr" sz="quarter" idx="15"/>
          </p:nvPr>
        </p:nvSpPr>
        <p:spPr>
          <a:xfrm>
            <a:off x="934122" y="181066"/>
            <a:ext cx="3144101" cy="365125"/>
          </a:xfrm>
        </p:spPr>
        <p:txBody>
          <a:bodyPr/>
          <a:lstStyle/>
          <a:p>
            <a:r>
              <a:rPr lang="en-US"/>
              <a:t>Presentation title</a:t>
            </a:r>
            <a:endParaRPr lang="en-US" dirty="0"/>
          </a:p>
        </p:txBody>
      </p:sp>
      <p:sp>
        <p:nvSpPr>
          <p:cNvPr id="12" name="Date Placeholder 3">
            <a:extLst>
              <a:ext uri="{FF2B5EF4-FFF2-40B4-BE49-F238E27FC236}">
                <a16:creationId xmlns:a16="http://schemas.microsoft.com/office/drawing/2014/main" id="{031F4DFA-B85C-EFE8-48B9-F27537048D33}"/>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96E56145-139A-45B3-88FA-F743CAE4E319}" type="datetime1">
              <a:rPr lang="en-US" smtClean="0"/>
              <a:t>3/12/2026</a:t>
            </a:fld>
            <a:endParaRPr lang="en-US"/>
          </a:p>
        </p:txBody>
      </p:sp>
    </p:spTree>
    <p:extLst>
      <p:ext uri="{BB962C8B-B14F-4D97-AF65-F5344CB8AC3E}">
        <p14:creationId xmlns:p14="http://schemas.microsoft.com/office/powerpoint/2010/main" val="289311822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67512" y="1260124"/>
            <a:ext cx="9643872" cy="4016044"/>
          </a:xfrm>
        </p:spPr>
        <p:txBody>
          <a:bodyPr vert="horz" lIns="91440" tIns="45720" rIns="91440" bIns="45720" rtlCol="0" anchor="b">
            <a:normAutofit/>
          </a:bodyPr>
          <a:lstStyle>
            <a:lvl1pPr>
              <a:defRPr lang="en-US" sz="80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62754" y="5586478"/>
            <a:ext cx="9633390" cy="684051"/>
          </a:xfrm>
        </p:spPr>
        <p:txBody>
          <a:bodyPr vert="horz" lIns="91440" tIns="45720" rIns="91440" bIns="45720" rtlCol="0" anchor="b">
            <a:normAutofit/>
          </a:bodyPr>
          <a:lstStyle>
            <a:lvl1pPr marL="0" indent="0">
              <a:buNone/>
              <a:defRPr lang="en-US" sz="2000" dirty="0"/>
            </a:lvl1pPr>
          </a:lstStyle>
          <a:p>
            <a:pPr lvl="0"/>
            <a:r>
              <a:rPr lang="en-US" dirty="0"/>
              <a:t>Click to edit Master subtitle style</a:t>
            </a:r>
          </a:p>
        </p:txBody>
      </p:sp>
      <p:sp>
        <p:nvSpPr>
          <p:cNvPr id="30" name="Slide Number Placeholder 5">
            <a:extLst>
              <a:ext uri="{FF2B5EF4-FFF2-40B4-BE49-F238E27FC236}">
                <a16:creationId xmlns:a16="http://schemas.microsoft.com/office/drawing/2014/main" id="{57C6A260-43E4-A5BD-9313-44FB4C8FD8E5}"/>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2"/>
                </a:solidFill>
                <a:latin typeface="+mj-lt"/>
              </a:defRPr>
            </a:lvl1pPr>
          </a:lstStyle>
          <a:p>
            <a:fld id="{7ECAF3DD-865B-4F9E-8AEE-28157E83B0D8}" type="slidenum">
              <a:rPr lang="en-US" smtClean="0"/>
              <a:pPr/>
              <a:t>‹#›</a:t>
            </a:fld>
            <a:endParaRPr lang="en-US" dirty="0">
              <a:latin typeface="+mj-lt"/>
            </a:endParaRPr>
          </a:p>
        </p:txBody>
      </p:sp>
      <p:sp>
        <p:nvSpPr>
          <p:cNvPr id="4" name="Footer Placeholder 3">
            <a:extLst>
              <a:ext uri="{FF2B5EF4-FFF2-40B4-BE49-F238E27FC236}">
                <a16:creationId xmlns:a16="http://schemas.microsoft.com/office/drawing/2014/main" id="{66F1631E-53EB-24F5-F76E-4F04521F6DC9}"/>
              </a:ext>
            </a:extLst>
          </p:cNvPr>
          <p:cNvSpPr>
            <a:spLocks noGrp="1"/>
          </p:cNvSpPr>
          <p:nvPr>
            <p:ph type="ftr" sz="quarter" idx="15"/>
          </p:nvPr>
        </p:nvSpPr>
        <p:spPr>
          <a:xfrm>
            <a:off x="934122" y="181066"/>
            <a:ext cx="3144101" cy="365125"/>
          </a:xfrm>
        </p:spPr>
        <p:txBody>
          <a:bodyPr/>
          <a:lstStyle/>
          <a:p>
            <a:r>
              <a:rPr lang="en-US"/>
              <a:t>Presentation title</a:t>
            </a:r>
            <a:endParaRPr lang="en-US" dirty="0"/>
          </a:p>
        </p:txBody>
      </p:sp>
      <p:sp>
        <p:nvSpPr>
          <p:cNvPr id="29" name="Date Placeholder 3">
            <a:extLst>
              <a:ext uri="{FF2B5EF4-FFF2-40B4-BE49-F238E27FC236}">
                <a16:creationId xmlns:a16="http://schemas.microsoft.com/office/drawing/2014/main" id="{356155AC-04E0-CB97-F010-9D55F5F5B64F}"/>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2"/>
                </a:solidFill>
                <a:latin typeface="+mj-lt"/>
              </a:defRPr>
            </a:lvl1pPr>
          </a:lstStyle>
          <a:p>
            <a:fld id="{817601D0-08EE-4682-8251-778D57A7E59F}" type="datetime1">
              <a:rPr lang="en-US" smtClean="0"/>
              <a:t>3/12/2026</a:t>
            </a:fld>
            <a:endParaRPr lang="en-US">
              <a:latin typeface="+mj-lt"/>
            </a:endParaRPr>
          </a:p>
        </p:txBody>
      </p:sp>
    </p:spTree>
    <p:extLst>
      <p:ext uri="{BB962C8B-B14F-4D97-AF65-F5344CB8AC3E}">
        <p14:creationId xmlns:p14="http://schemas.microsoft.com/office/powerpoint/2010/main" val="234728874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67512" y="1260124"/>
            <a:ext cx="9613392" cy="2978026"/>
          </a:xfrm>
        </p:spPr>
        <p:txBody>
          <a:bodyPr vert="horz" lIns="91440" tIns="45720" rIns="91440" bIns="45720" rtlCol="0" anchor="t">
            <a:normAutofit/>
          </a:bodyPr>
          <a:lstStyle>
            <a:lvl1pPr>
              <a:defRPr lang="en-US" sz="80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67512" y="5596127"/>
            <a:ext cx="7272528" cy="684052"/>
          </a:xfrm>
        </p:spPr>
        <p:txBody>
          <a:bodyPr vert="horz" lIns="91440" tIns="45720" rIns="91440" bIns="45720" rtlCol="0">
            <a:normAutofit/>
          </a:bodyPr>
          <a:lstStyle>
            <a:lvl1pPr marL="0" indent="0">
              <a:buNone/>
              <a:defRPr lang="en-US" sz="2000" dirty="0"/>
            </a:lvl1pPr>
          </a:lstStyle>
          <a:p>
            <a:pPr lvl="0"/>
            <a:r>
              <a:rPr lang="en-US" dirty="0"/>
              <a:t>Click to edit Master subtitle style</a:t>
            </a:r>
          </a:p>
        </p:txBody>
      </p:sp>
      <p:sp>
        <p:nvSpPr>
          <p:cNvPr id="15" name="Slide Number Placeholder 5">
            <a:extLst>
              <a:ext uri="{FF2B5EF4-FFF2-40B4-BE49-F238E27FC236}">
                <a16:creationId xmlns:a16="http://schemas.microsoft.com/office/drawing/2014/main" id="{CCE12327-0DBC-89BC-C60D-F10DD6C51F65}"/>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dirty="0"/>
          </a:p>
        </p:txBody>
      </p:sp>
      <p:sp>
        <p:nvSpPr>
          <p:cNvPr id="4" name="Footer Placeholder 3">
            <a:extLst>
              <a:ext uri="{FF2B5EF4-FFF2-40B4-BE49-F238E27FC236}">
                <a16:creationId xmlns:a16="http://schemas.microsoft.com/office/drawing/2014/main" id="{AD0783AD-1C4D-25CE-23D9-0E1ABAF26805}"/>
              </a:ext>
            </a:extLst>
          </p:cNvPr>
          <p:cNvSpPr>
            <a:spLocks noGrp="1"/>
          </p:cNvSpPr>
          <p:nvPr>
            <p:ph type="ftr" sz="quarter" idx="15"/>
          </p:nvPr>
        </p:nvSpPr>
        <p:spPr>
          <a:xfrm>
            <a:off x="934122" y="181066"/>
            <a:ext cx="3144101" cy="365125"/>
          </a:xfrm>
        </p:spPr>
        <p:txBody>
          <a:bodyPr/>
          <a:lstStyle/>
          <a:p>
            <a:r>
              <a:rPr lang="en-US"/>
              <a:t>Presentation title</a:t>
            </a:r>
            <a:endParaRPr lang="en-US" dirty="0"/>
          </a:p>
        </p:txBody>
      </p:sp>
      <p:sp>
        <p:nvSpPr>
          <p:cNvPr id="14" name="Date Placeholder 3">
            <a:extLst>
              <a:ext uri="{FF2B5EF4-FFF2-40B4-BE49-F238E27FC236}">
                <a16:creationId xmlns:a16="http://schemas.microsoft.com/office/drawing/2014/main" id="{0079EBF4-5BB8-6610-5CA9-9590C73BE55A}"/>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79AEA953-F661-4DC3-A0D2-B373BF29D9D6}" type="datetime1">
              <a:rPr lang="en-US" smtClean="0"/>
              <a:t>3/12/2026</a:t>
            </a:fld>
            <a:endParaRPr lang="en-US"/>
          </a:p>
        </p:txBody>
      </p:sp>
    </p:spTree>
    <p:extLst>
      <p:ext uri="{BB962C8B-B14F-4D97-AF65-F5344CB8AC3E}">
        <p14:creationId xmlns:p14="http://schemas.microsoft.com/office/powerpoint/2010/main" val="210430678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59892" y="1260123"/>
            <a:ext cx="10872216" cy="3012032"/>
          </a:xfrm>
        </p:spPr>
        <p:txBody>
          <a:bodyPr anchor="b">
            <a:normAutofit/>
          </a:bodyPr>
          <a:lstStyle>
            <a:lvl1pPr algn="ctr">
              <a:defRPr sz="8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592115"/>
            <a:ext cx="7588155" cy="1688063"/>
          </a:xfrm>
        </p:spPr>
        <p:txBody>
          <a:bodyPr>
            <a:normAutofit/>
          </a:bodyPr>
          <a:lstStyle>
            <a:lvl1pPr marL="0" indent="0" algn="ct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5" name="Slide Number Placeholder 5">
            <a:extLst>
              <a:ext uri="{FF2B5EF4-FFF2-40B4-BE49-F238E27FC236}">
                <a16:creationId xmlns:a16="http://schemas.microsoft.com/office/drawing/2014/main" id="{FAFE07ED-31D7-7A85-4532-82403B99B04A}"/>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dirty="0"/>
          </a:p>
        </p:txBody>
      </p:sp>
      <p:sp>
        <p:nvSpPr>
          <p:cNvPr id="4" name="Footer Placeholder 3">
            <a:extLst>
              <a:ext uri="{FF2B5EF4-FFF2-40B4-BE49-F238E27FC236}">
                <a16:creationId xmlns:a16="http://schemas.microsoft.com/office/drawing/2014/main" id="{E5AF8273-94AD-6BE6-8CBB-845CAE6B0C35}"/>
              </a:ext>
            </a:extLst>
          </p:cNvPr>
          <p:cNvSpPr>
            <a:spLocks noGrp="1"/>
          </p:cNvSpPr>
          <p:nvPr>
            <p:ph type="ftr" sz="quarter" idx="15"/>
          </p:nvPr>
        </p:nvSpPr>
        <p:spPr>
          <a:xfrm>
            <a:off x="934122" y="181066"/>
            <a:ext cx="3144101" cy="365125"/>
          </a:xfrm>
        </p:spPr>
        <p:txBody>
          <a:bodyPr/>
          <a:lstStyle/>
          <a:p>
            <a:r>
              <a:rPr lang="en-US"/>
              <a:t>Presentation title</a:t>
            </a:r>
            <a:endParaRPr lang="en-US" dirty="0"/>
          </a:p>
        </p:txBody>
      </p:sp>
      <p:sp>
        <p:nvSpPr>
          <p:cNvPr id="14" name="Date Placeholder 3">
            <a:extLst>
              <a:ext uri="{FF2B5EF4-FFF2-40B4-BE49-F238E27FC236}">
                <a16:creationId xmlns:a16="http://schemas.microsoft.com/office/drawing/2014/main" id="{AB0BDEA6-A6F0-73B8-F39C-CD7566F660FF}"/>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BDCAF013-27A5-43A7-9ADC-F67B09F12BCD}" type="datetime1">
              <a:rPr lang="en-US" smtClean="0"/>
              <a:t>3/12/2026</a:t>
            </a:fld>
            <a:endParaRPr lang="en-US"/>
          </a:p>
        </p:txBody>
      </p:sp>
    </p:spTree>
    <p:extLst>
      <p:ext uri="{BB962C8B-B14F-4D97-AF65-F5344CB8AC3E}">
        <p14:creationId xmlns:p14="http://schemas.microsoft.com/office/powerpoint/2010/main" val="203894345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67512" y="1417671"/>
            <a:ext cx="7909560" cy="4906929"/>
          </a:xfrm>
        </p:spPr>
        <p:txBody>
          <a:bodyPr vert="horz" lIns="91440" tIns="45720" rIns="91440" bIns="45720" rtlCol="0" anchor="b">
            <a:normAutofit/>
          </a:bodyPr>
          <a:lstStyle>
            <a:lvl1pPr>
              <a:defRPr lang="en-US" sz="7400" dirty="0">
                <a:solidFill>
                  <a:schemeClr val="tx1"/>
                </a:solidFill>
              </a:defRPr>
            </a:lvl1pPr>
          </a:lstStyle>
          <a:p>
            <a:pPr lvl="0"/>
            <a:r>
              <a:rPr lang="en-US" dirty="0"/>
              <a:t>Section Header</a:t>
            </a:r>
          </a:p>
        </p:txBody>
      </p:sp>
      <p:sp>
        <p:nvSpPr>
          <p:cNvPr id="14" name="Slide Number Placeholder 5">
            <a:extLst>
              <a:ext uri="{FF2B5EF4-FFF2-40B4-BE49-F238E27FC236}">
                <a16:creationId xmlns:a16="http://schemas.microsoft.com/office/drawing/2014/main" id="{5DA50637-A622-7C30-4294-5F1922E28841}"/>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2"/>
                </a:solidFill>
                <a:latin typeface="+mj-lt"/>
              </a:defRPr>
            </a:lvl1pPr>
          </a:lstStyle>
          <a:p>
            <a:fld id="{7ECAF3DD-865B-4F9E-8AEE-28157E83B0D8}" type="slidenum">
              <a:rPr lang="en-US" smtClean="0"/>
              <a:pPr/>
              <a:t>‹#›</a:t>
            </a:fld>
            <a:endParaRPr lang="en-US" dirty="0">
              <a:latin typeface="+mj-lt"/>
            </a:endParaRPr>
          </a:p>
        </p:txBody>
      </p:sp>
      <p:sp>
        <p:nvSpPr>
          <p:cNvPr id="3" name="Footer Placeholder 3">
            <a:extLst>
              <a:ext uri="{FF2B5EF4-FFF2-40B4-BE49-F238E27FC236}">
                <a16:creationId xmlns:a16="http://schemas.microsoft.com/office/drawing/2014/main" id="{965AD4B1-7C0F-72F1-2A34-6A72E98A14B9}"/>
              </a:ext>
            </a:extLst>
          </p:cNvPr>
          <p:cNvSpPr>
            <a:spLocks noGrp="1"/>
          </p:cNvSpPr>
          <p:nvPr>
            <p:ph type="ftr" sz="quarter" idx="15"/>
          </p:nvPr>
        </p:nvSpPr>
        <p:spPr>
          <a:xfrm>
            <a:off x="934122" y="181066"/>
            <a:ext cx="3144101" cy="365125"/>
          </a:xfrm>
        </p:spPr>
        <p:txBody>
          <a:bodyPr/>
          <a:lstStyle/>
          <a:p>
            <a:r>
              <a:rPr lang="en-US"/>
              <a:t>Presentation title</a:t>
            </a:r>
            <a:endParaRPr lang="en-US" dirty="0"/>
          </a:p>
        </p:txBody>
      </p:sp>
      <p:sp>
        <p:nvSpPr>
          <p:cNvPr id="13" name="Date Placeholder 3">
            <a:extLst>
              <a:ext uri="{FF2B5EF4-FFF2-40B4-BE49-F238E27FC236}">
                <a16:creationId xmlns:a16="http://schemas.microsoft.com/office/drawing/2014/main" id="{7743094F-E5D5-33D5-ADFF-BFE94FDF5CFB}"/>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2"/>
                </a:solidFill>
                <a:latin typeface="+mj-lt"/>
              </a:defRPr>
            </a:lvl1pPr>
          </a:lstStyle>
          <a:p>
            <a:fld id="{65B2509D-965F-4D5C-AA8C-1314C4C48EBF}" type="datetime1">
              <a:rPr lang="en-US" smtClean="0"/>
              <a:t>3/12/2026</a:t>
            </a:fld>
            <a:endParaRPr lang="en-US">
              <a:latin typeface="+mj-lt"/>
            </a:endParaRPr>
          </a:p>
        </p:txBody>
      </p:sp>
    </p:spTree>
    <p:extLst>
      <p:ext uri="{BB962C8B-B14F-4D97-AF65-F5344CB8AC3E}">
        <p14:creationId xmlns:p14="http://schemas.microsoft.com/office/powerpoint/2010/main" val="120103406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67512" y="4592116"/>
            <a:ext cx="3752088" cy="1688062"/>
          </a:xfrm>
        </p:spPr>
        <p:txBody>
          <a:bodyPr anchor="b">
            <a:normAutofit/>
          </a:bodyPr>
          <a:lstStyle>
            <a:lvl1pPr>
              <a:defRPr sz="7200"/>
            </a:lvl1pPr>
          </a:lstStyle>
          <a:p>
            <a:r>
              <a:rPr lang="en-US" dirty="0"/>
              <a:t>Click to edit Master title style</a:t>
            </a:r>
          </a:p>
        </p:txBody>
      </p:sp>
      <p:sp>
        <p:nvSpPr>
          <p:cNvPr id="12" name="Slide Number Placeholder 5">
            <a:extLst>
              <a:ext uri="{FF2B5EF4-FFF2-40B4-BE49-F238E27FC236}">
                <a16:creationId xmlns:a16="http://schemas.microsoft.com/office/drawing/2014/main" id="{9ED8BA8E-A006-8C0A-F38E-602DF5AF0931}"/>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dirty="0"/>
          </a:p>
        </p:txBody>
      </p:sp>
      <p:sp>
        <p:nvSpPr>
          <p:cNvPr id="3" name="Footer Placeholder 3">
            <a:extLst>
              <a:ext uri="{FF2B5EF4-FFF2-40B4-BE49-F238E27FC236}">
                <a16:creationId xmlns:a16="http://schemas.microsoft.com/office/drawing/2014/main" id="{9A35277B-D24E-0714-C9C2-B2B7094606C6}"/>
              </a:ext>
            </a:extLst>
          </p:cNvPr>
          <p:cNvSpPr>
            <a:spLocks noGrp="1"/>
          </p:cNvSpPr>
          <p:nvPr>
            <p:ph type="ftr" sz="quarter" idx="15"/>
          </p:nvPr>
        </p:nvSpPr>
        <p:spPr>
          <a:xfrm>
            <a:off x="934122" y="181066"/>
            <a:ext cx="3144101" cy="365125"/>
          </a:xfrm>
        </p:spPr>
        <p:txBody>
          <a:bodyPr/>
          <a:lstStyle/>
          <a:p>
            <a:r>
              <a:rPr lang="en-US"/>
              <a:t>Presentation title</a:t>
            </a:r>
            <a:endParaRPr lang="en-US" dirty="0"/>
          </a:p>
        </p:txBody>
      </p:sp>
      <p:sp>
        <p:nvSpPr>
          <p:cNvPr id="11" name="Date Placeholder 3">
            <a:extLst>
              <a:ext uri="{FF2B5EF4-FFF2-40B4-BE49-F238E27FC236}">
                <a16:creationId xmlns:a16="http://schemas.microsoft.com/office/drawing/2014/main" id="{00FB8408-E1DE-0075-A836-ACF00DE74CEB}"/>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E71648E9-1ACD-47F4-BD5E-FC035F672F21}" type="datetime1">
              <a:rPr lang="en-US" smtClean="0"/>
              <a:t>3/12/2026</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641848" y="1283188"/>
            <a:ext cx="5897880" cy="4996990"/>
          </a:xfrm>
        </p:spPr>
        <p:txBody>
          <a:bodyPr>
            <a:normAutofit/>
          </a:bodyPr>
          <a:lstStyle>
            <a:lvl1pPr marL="457200" indent="-457200">
              <a:spcAft>
                <a:spcPts val="1200"/>
              </a:spcAft>
              <a:buFont typeface="+mj-lt"/>
              <a:buNone/>
              <a:defRPr sz="2400"/>
            </a:lvl1pPr>
            <a:lvl2pPr marL="685800" indent="-457200">
              <a:spcAft>
                <a:spcPts val="1200"/>
              </a:spcAft>
              <a:buFont typeface="+mj-lt"/>
              <a:buNone/>
              <a:defRPr sz="2000"/>
            </a:lvl2pPr>
            <a:lvl3pPr marL="800100" indent="-342900">
              <a:spcAft>
                <a:spcPts val="1200"/>
              </a:spcAft>
              <a:buFont typeface="+mj-lt"/>
              <a:buNone/>
              <a:defRPr sz="1800"/>
            </a:lvl3pPr>
            <a:lvl4pPr marL="1028700" indent="-342900">
              <a:spcAft>
                <a:spcPts val="1200"/>
              </a:spcAft>
              <a:buFont typeface="+mj-lt"/>
              <a:buNone/>
              <a:defRPr sz="1800"/>
            </a:lvl4pPr>
            <a:lvl5pPr marL="1257300" indent="-342900">
              <a:spcAft>
                <a:spcPts val="1200"/>
              </a:spcAft>
              <a:buFont typeface="+mj-lt"/>
              <a:buNone/>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88872208"/>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641849" y="1260124"/>
            <a:ext cx="5862658" cy="1004010"/>
          </a:xfrm>
        </p:spPr>
        <p:txBody>
          <a:bodyPr anchor="b">
            <a:normAutofit/>
          </a:bodyPr>
          <a:lstStyle>
            <a:lvl1pPr>
              <a:defRPr sz="7200"/>
            </a:lvl1pPr>
          </a:lstStyle>
          <a:p>
            <a:r>
              <a:rPr lang="en-US" dirty="0"/>
              <a:t>Click to edit Master title style</a:t>
            </a:r>
          </a:p>
        </p:txBody>
      </p:sp>
      <p:sp>
        <p:nvSpPr>
          <p:cNvPr id="13" name="Slide Number Placeholder 5">
            <a:extLst>
              <a:ext uri="{FF2B5EF4-FFF2-40B4-BE49-F238E27FC236}">
                <a16:creationId xmlns:a16="http://schemas.microsoft.com/office/drawing/2014/main" id="{7BCE8229-9007-2FAE-541D-CF30EAC42091}"/>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dirty="0"/>
          </a:p>
        </p:txBody>
      </p:sp>
      <p:sp>
        <p:nvSpPr>
          <p:cNvPr id="3" name="Footer Placeholder 3">
            <a:extLst>
              <a:ext uri="{FF2B5EF4-FFF2-40B4-BE49-F238E27FC236}">
                <a16:creationId xmlns:a16="http://schemas.microsoft.com/office/drawing/2014/main" id="{2004FD0C-EB35-93A6-EC72-0F5DE0E272FC}"/>
              </a:ext>
            </a:extLst>
          </p:cNvPr>
          <p:cNvSpPr>
            <a:spLocks noGrp="1"/>
          </p:cNvSpPr>
          <p:nvPr>
            <p:ph type="ftr" sz="quarter" idx="15"/>
          </p:nvPr>
        </p:nvSpPr>
        <p:spPr>
          <a:xfrm>
            <a:off x="934122" y="181066"/>
            <a:ext cx="3144101" cy="365125"/>
          </a:xfrm>
        </p:spPr>
        <p:txBody>
          <a:bodyPr/>
          <a:lstStyle/>
          <a:p>
            <a:r>
              <a:rPr lang="en-US"/>
              <a:t>Presentation title</a:t>
            </a:r>
            <a:endParaRPr lang="en-US" dirty="0"/>
          </a:p>
        </p:txBody>
      </p:sp>
      <p:sp>
        <p:nvSpPr>
          <p:cNvPr id="12" name="Date Placeholder 3">
            <a:extLst>
              <a:ext uri="{FF2B5EF4-FFF2-40B4-BE49-F238E27FC236}">
                <a16:creationId xmlns:a16="http://schemas.microsoft.com/office/drawing/2014/main" id="{F01E1BC1-6226-4EA7-B474-B8325F678C48}"/>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01021C2D-F782-4D42-9559-DD770C4FCA33}" type="datetime1">
              <a:rPr lang="en-US" smtClean="0"/>
              <a:t>3/12/2026</a:t>
            </a:fld>
            <a:endParaRPr lang="en-US"/>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667512" y="1261872"/>
            <a:ext cx="4634315" cy="5004291"/>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a:blip r:embed="rId2">
              <a:alphaModFix amt="60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641848" y="2568329"/>
            <a:ext cx="5897880" cy="3711850"/>
          </a:xfrm>
        </p:spPr>
        <p:txBody>
          <a:bodyPr>
            <a:normAutofit/>
          </a:bodyPr>
          <a:lstStyle>
            <a:lvl1pPr marL="457200" indent="-457200">
              <a:spcAft>
                <a:spcPts val="600"/>
              </a:spcAft>
              <a:buFont typeface="+mj-lt"/>
              <a:buAutoNum type="arabicPeriod"/>
              <a:defRPr sz="2000"/>
            </a:lvl1pPr>
            <a:lvl2pPr marL="571500" indent="-342900">
              <a:spcAft>
                <a:spcPts val="600"/>
              </a:spcAft>
              <a:buFont typeface="+mj-lt"/>
              <a:buAutoNum type="alphaLcPeriod"/>
              <a:defRPr sz="1800"/>
            </a:lvl2pPr>
            <a:lvl3pPr marL="800100" indent="-342900">
              <a:spcAft>
                <a:spcPts val="600"/>
              </a:spcAft>
              <a:buFont typeface="+mj-lt"/>
              <a:buAutoNum type="romanLcPeriod"/>
              <a:defRPr sz="1600"/>
            </a:lvl3pPr>
            <a:lvl4pPr marL="1028700" indent="-342900">
              <a:spcAft>
                <a:spcPts val="600"/>
              </a:spcAft>
              <a:buFont typeface="+mj-lt"/>
              <a:buAutoNum type="arabicParenR"/>
              <a:defRPr sz="1400"/>
            </a:lvl4pPr>
            <a:lvl5pPr>
              <a:spcAft>
                <a:spcPts val="600"/>
              </a:spcAft>
              <a:buFont typeface="+mj-lt"/>
              <a:buAutoNum type="romanL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76285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95856" y="1580083"/>
            <a:ext cx="8400288" cy="1688061"/>
          </a:xfrm>
        </p:spPr>
        <p:txBody>
          <a:bodyPr anchor="b">
            <a:normAutofit/>
          </a:bodyPr>
          <a:lstStyle>
            <a:lvl1pPr algn="ctr">
              <a:defRPr sz="4000"/>
            </a:lvl1pPr>
          </a:lstStyle>
          <a:p>
            <a:r>
              <a:rPr lang="en-US" dirty="0"/>
              <a:t>Click to edit Master title style</a:t>
            </a:r>
          </a:p>
        </p:txBody>
      </p:sp>
      <p:sp>
        <p:nvSpPr>
          <p:cNvPr id="12" name="Slide Number Placeholder 5">
            <a:extLst>
              <a:ext uri="{FF2B5EF4-FFF2-40B4-BE49-F238E27FC236}">
                <a16:creationId xmlns:a16="http://schemas.microsoft.com/office/drawing/2014/main" id="{3D88E5CD-667C-25ED-8BCA-A5BE1A8E3EA0}"/>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dirty="0"/>
          </a:p>
        </p:txBody>
      </p:sp>
      <p:sp>
        <p:nvSpPr>
          <p:cNvPr id="3" name="Footer Placeholder 3">
            <a:extLst>
              <a:ext uri="{FF2B5EF4-FFF2-40B4-BE49-F238E27FC236}">
                <a16:creationId xmlns:a16="http://schemas.microsoft.com/office/drawing/2014/main" id="{997D79AB-D4D3-090F-161F-760A912F9575}"/>
              </a:ext>
            </a:extLst>
          </p:cNvPr>
          <p:cNvSpPr>
            <a:spLocks noGrp="1"/>
          </p:cNvSpPr>
          <p:nvPr>
            <p:ph type="ftr" sz="quarter" idx="15"/>
          </p:nvPr>
        </p:nvSpPr>
        <p:spPr>
          <a:xfrm>
            <a:off x="934122" y="181066"/>
            <a:ext cx="3144101" cy="365125"/>
          </a:xfrm>
        </p:spPr>
        <p:txBody>
          <a:bodyPr/>
          <a:lstStyle/>
          <a:p>
            <a:r>
              <a:rPr lang="en-US"/>
              <a:t>Presentation title</a:t>
            </a:r>
            <a:endParaRPr lang="en-US" dirty="0"/>
          </a:p>
        </p:txBody>
      </p:sp>
      <p:sp>
        <p:nvSpPr>
          <p:cNvPr id="11" name="Date Placeholder 3">
            <a:extLst>
              <a:ext uri="{FF2B5EF4-FFF2-40B4-BE49-F238E27FC236}">
                <a16:creationId xmlns:a16="http://schemas.microsoft.com/office/drawing/2014/main" id="{0FF089D4-4A77-D29A-52E7-D665AAF4543F}"/>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FC08E3F2-FA4C-45C3-B304-C7155F821EF4}" type="datetime1">
              <a:rPr lang="en-US" smtClean="0"/>
              <a:t>3/12/2026</a:t>
            </a:fld>
            <a:endParaRPr lang="en-US"/>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3154680" y="3588104"/>
            <a:ext cx="5897880" cy="1688062"/>
          </a:xfrm>
        </p:spPr>
        <p:txBody>
          <a:bodyPr/>
          <a:lstStyle>
            <a:lvl1pPr marL="0" indent="0" algn="ctr">
              <a:buNone/>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22370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911094" y="1580083"/>
            <a:ext cx="5897881" cy="1688061"/>
          </a:xfrm>
        </p:spPr>
        <p:txBody>
          <a:bodyPr anchor="b">
            <a:normAutofit/>
          </a:bodyPr>
          <a:lstStyle>
            <a:lvl1pPr>
              <a:defRPr sz="4000"/>
            </a:lvl1pPr>
          </a:lstStyle>
          <a:p>
            <a:r>
              <a:rPr lang="en-US" dirty="0"/>
              <a:t>Click to edit Master title style</a:t>
            </a:r>
          </a:p>
        </p:txBody>
      </p:sp>
      <p:sp>
        <p:nvSpPr>
          <p:cNvPr id="12" name="Slide Number Placeholder 5">
            <a:extLst>
              <a:ext uri="{FF2B5EF4-FFF2-40B4-BE49-F238E27FC236}">
                <a16:creationId xmlns:a16="http://schemas.microsoft.com/office/drawing/2014/main" id="{C201908F-A131-1AC9-55DC-24F30F3D9396}"/>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dirty="0"/>
          </a:p>
        </p:txBody>
      </p:sp>
      <p:sp>
        <p:nvSpPr>
          <p:cNvPr id="3" name="Footer Placeholder 3">
            <a:extLst>
              <a:ext uri="{FF2B5EF4-FFF2-40B4-BE49-F238E27FC236}">
                <a16:creationId xmlns:a16="http://schemas.microsoft.com/office/drawing/2014/main" id="{0CFA71DD-9DE1-BEED-E848-60BD2C61C4C4}"/>
              </a:ext>
            </a:extLst>
          </p:cNvPr>
          <p:cNvSpPr>
            <a:spLocks noGrp="1"/>
          </p:cNvSpPr>
          <p:nvPr>
            <p:ph type="ftr" sz="quarter" idx="15"/>
          </p:nvPr>
        </p:nvSpPr>
        <p:spPr>
          <a:xfrm>
            <a:off x="934122" y="181066"/>
            <a:ext cx="3144101" cy="365125"/>
          </a:xfrm>
        </p:spPr>
        <p:txBody>
          <a:bodyPr/>
          <a:lstStyle/>
          <a:p>
            <a:r>
              <a:rPr lang="en-US"/>
              <a:t>Presentation title</a:t>
            </a:r>
            <a:endParaRPr lang="en-US" dirty="0"/>
          </a:p>
        </p:txBody>
      </p:sp>
      <p:sp>
        <p:nvSpPr>
          <p:cNvPr id="11" name="Date Placeholder 3">
            <a:extLst>
              <a:ext uri="{FF2B5EF4-FFF2-40B4-BE49-F238E27FC236}">
                <a16:creationId xmlns:a16="http://schemas.microsoft.com/office/drawing/2014/main" id="{0DD6374B-C852-C9D4-33D1-2CFFC45F7BE8}"/>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98660297-D8F2-43D6-A03C-5CF88A6EFBC3}" type="datetime1">
              <a:rPr lang="en-US" smtClean="0"/>
              <a:t>3/12/2026</a:t>
            </a:fld>
            <a:endParaRPr lang="en-US"/>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4398263" y="3588103"/>
            <a:ext cx="5897881" cy="200802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91175909"/>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67512" y="1580082"/>
            <a:ext cx="3425951" cy="3696085"/>
          </a:xfrm>
        </p:spPr>
        <p:txBody>
          <a:bodyPr anchor="t">
            <a:normAutofit/>
          </a:bodyPr>
          <a:lstStyle>
            <a:lvl1pPr>
              <a:defRPr sz="4000"/>
            </a:lvl1pPr>
          </a:lstStyle>
          <a:p>
            <a:r>
              <a:rPr lang="en-US" dirty="0"/>
              <a:t>Click to edit Master title style</a:t>
            </a:r>
          </a:p>
        </p:txBody>
      </p:sp>
      <p:sp>
        <p:nvSpPr>
          <p:cNvPr id="12" name="Slide Number Placeholder 5">
            <a:extLst>
              <a:ext uri="{FF2B5EF4-FFF2-40B4-BE49-F238E27FC236}">
                <a16:creationId xmlns:a16="http://schemas.microsoft.com/office/drawing/2014/main" id="{2B83B9E2-E297-4012-1ECB-FA03F04BAFFF}"/>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dirty="0"/>
          </a:p>
        </p:txBody>
      </p:sp>
      <p:sp>
        <p:nvSpPr>
          <p:cNvPr id="3" name="Footer Placeholder 3">
            <a:extLst>
              <a:ext uri="{FF2B5EF4-FFF2-40B4-BE49-F238E27FC236}">
                <a16:creationId xmlns:a16="http://schemas.microsoft.com/office/drawing/2014/main" id="{57704DBE-D116-ED60-D1CF-18F68FE5C20C}"/>
              </a:ext>
            </a:extLst>
          </p:cNvPr>
          <p:cNvSpPr>
            <a:spLocks noGrp="1"/>
          </p:cNvSpPr>
          <p:nvPr>
            <p:ph type="ftr" sz="quarter" idx="15"/>
          </p:nvPr>
        </p:nvSpPr>
        <p:spPr>
          <a:xfrm>
            <a:off x="934122" y="181066"/>
            <a:ext cx="3144101" cy="365125"/>
          </a:xfrm>
        </p:spPr>
        <p:txBody>
          <a:bodyPr/>
          <a:lstStyle/>
          <a:p>
            <a:r>
              <a:rPr lang="en-US"/>
              <a:t>Presentation title</a:t>
            </a:r>
            <a:endParaRPr lang="en-US" dirty="0"/>
          </a:p>
        </p:txBody>
      </p:sp>
      <p:sp>
        <p:nvSpPr>
          <p:cNvPr id="11" name="Date Placeholder 3">
            <a:extLst>
              <a:ext uri="{FF2B5EF4-FFF2-40B4-BE49-F238E27FC236}">
                <a16:creationId xmlns:a16="http://schemas.microsoft.com/office/drawing/2014/main" id="{E4419A51-22C5-527A-E9A2-55754680A4AC}"/>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84BDE8FE-5F50-4185-919E-FC4EE33352DD}" type="datetime1">
              <a:rPr lang="en-US" smtClean="0"/>
              <a:t>3/12/2026</a:t>
            </a:fld>
            <a:endParaRPr lang="en-US"/>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4398263" y="1580082"/>
            <a:ext cx="7126225" cy="369608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952496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67512" y="1580083"/>
            <a:ext cx="3410711" cy="4700096"/>
          </a:xfrm>
        </p:spPr>
        <p:txBody>
          <a:bodyPr anchor="t">
            <a:normAutofit/>
          </a:bodyPr>
          <a:lstStyle>
            <a:lvl1pPr>
              <a:defRPr sz="4000"/>
            </a:lvl1pPr>
          </a:lstStyle>
          <a:p>
            <a:r>
              <a:rPr lang="en-US" dirty="0"/>
              <a:t>Click to edit Master title style</a:t>
            </a:r>
          </a:p>
        </p:txBody>
      </p:sp>
      <p:sp>
        <p:nvSpPr>
          <p:cNvPr id="12" name="Slide Number Placeholder 5">
            <a:extLst>
              <a:ext uri="{FF2B5EF4-FFF2-40B4-BE49-F238E27FC236}">
                <a16:creationId xmlns:a16="http://schemas.microsoft.com/office/drawing/2014/main" id="{1A5310C2-C284-D8C3-9305-365864CDBB49}"/>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dirty="0"/>
          </a:p>
        </p:txBody>
      </p:sp>
      <p:sp>
        <p:nvSpPr>
          <p:cNvPr id="3" name="Footer Placeholder 3">
            <a:extLst>
              <a:ext uri="{FF2B5EF4-FFF2-40B4-BE49-F238E27FC236}">
                <a16:creationId xmlns:a16="http://schemas.microsoft.com/office/drawing/2014/main" id="{E9BA3B80-47BF-CB3F-B5FD-9891B8B1B36C}"/>
              </a:ext>
            </a:extLst>
          </p:cNvPr>
          <p:cNvSpPr>
            <a:spLocks noGrp="1"/>
          </p:cNvSpPr>
          <p:nvPr>
            <p:ph type="ftr" sz="quarter" idx="15"/>
          </p:nvPr>
        </p:nvSpPr>
        <p:spPr>
          <a:xfrm>
            <a:off x="934122" y="181066"/>
            <a:ext cx="3144101" cy="365125"/>
          </a:xfrm>
        </p:spPr>
        <p:txBody>
          <a:bodyPr/>
          <a:lstStyle/>
          <a:p>
            <a:r>
              <a:rPr lang="en-US"/>
              <a:t>Presentation title</a:t>
            </a:r>
            <a:endParaRPr lang="en-US" dirty="0"/>
          </a:p>
        </p:txBody>
      </p:sp>
      <p:sp>
        <p:nvSpPr>
          <p:cNvPr id="11" name="Date Placeholder 3">
            <a:extLst>
              <a:ext uri="{FF2B5EF4-FFF2-40B4-BE49-F238E27FC236}">
                <a16:creationId xmlns:a16="http://schemas.microsoft.com/office/drawing/2014/main" id="{C84059C7-F1E0-7CC6-AD88-A02B403DF39E}"/>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9DB681F3-0509-4A81-9DD5-419606C45B5D}" type="datetime1">
              <a:rPr lang="en-US" smtClean="0"/>
              <a:t>3/12/2026</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398264" y="1580083"/>
            <a:ext cx="7126224" cy="470009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628537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67511" y="985802"/>
            <a:ext cx="3410711" cy="2602303"/>
          </a:xfrm>
        </p:spPr>
        <p:txBody>
          <a:bodyPr anchor="t">
            <a:normAutofit/>
          </a:bodyPr>
          <a:lstStyle>
            <a:lvl1pPr>
              <a:defRPr sz="4000"/>
            </a:lvl1pPr>
          </a:lstStyle>
          <a:p>
            <a:r>
              <a:rPr lang="en-US" dirty="0"/>
              <a:t>Click to edit Master title style</a:t>
            </a:r>
          </a:p>
        </p:txBody>
      </p:sp>
      <p:sp>
        <p:nvSpPr>
          <p:cNvPr id="12" name="Slide Number Placeholder 5">
            <a:extLst>
              <a:ext uri="{FF2B5EF4-FFF2-40B4-BE49-F238E27FC236}">
                <a16:creationId xmlns:a16="http://schemas.microsoft.com/office/drawing/2014/main" id="{B86EE7AF-7DD3-DC19-6D34-E940BB3523D6}"/>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dirty="0"/>
          </a:p>
        </p:txBody>
      </p:sp>
      <p:sp>
        <p:nvSpPr>
          <p:cNvPr id="4" name="Footer Placeholder 3">
            <a:extLst>
              <a:ext uri="{FF2B5EF4-FFF2-40B4-BE49-F238E27FC236}">
                <a16:creationId xmlns:a16="http://schemas.microsoft.com/office/drawing/2014/main" id="{97109FC5-1FFE-CF58-7E13-C19F02C3F5C7}"/>
              </a:ext>
            </a:extLst>
          </p:cNvPr>
          <p:cNvSpPr>
            <a:spLocks noGrp="1"/>
          </p:cNvSpPr>
          <p:nvPr>
            <p:ph type="ftr" sz="quarter" idx="15"/>
          </p:nvPr>
        </p:nvSpPr>
        <p:spPr>
          <a:xfrm>
            <a:off x="934122" y="181066"/>
            <a:ext cx="3144101" cy="365125"/>
          </a:xfrm>
        </p:spPr>
        <p:txBody>
          <a:bodyPr/>
          <a:lstStyle/>
          <a:p>
            <a:r>
              <a:rPr lang="en-US"/>
              <a:t>Presentation title</a:t>
            </a:r>
            <a:endParaRPr lang="en-US" dirty="0"/>
          </a:p>
        </p:txBody>
      </p:sp>
      <p:sp>
        <p:nvSpPr>
          <p:cNvPr id="11" name="Date Placeholder 3">
            <a:extLst>
              <a:ext uri="{FF2B5EF4-FFF2-40B4-BE49-F238E27FC236}">
                <a16:creationId xmlns:a16="http://schemas.microsoft.com/office/drawing/2014/main" id="{2F968FDB-AE03-25F6-2343-C1F6FC98A6B6}"/>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B9D778C0-E5EB-44EE-A66D-646756E7A69F}" type="datetime1">
              <a:rPr lang="en-US" smtClean="0"/>
              <a:t>3/12/2026</a:t>
            </a:fld>
            <a:endParaRPr lang="en-US"/>
          </a:p>
        </p:txBody>
      </p:sp>
      <p:sp>
        <p:nvSpPr>
          <p:cNvPr id="3" name="Content Placeholder 7">
            <a:extLst>
              <a:ext uri="{FF2B5EF4-FFF2-40B4-BE49-F238E27FC236}">
                <a16:creationId xmlns:a16="http://schemas.microsoft.com/office/drawing/2014/main" id="{5E5EC60F-1A48-E51E-B856-ADF7D557AF60}"/>
              </a:ext>
            </a:extLst>
          </p:cNvPr>
          <p:cNvSpPr>
            <a:spLocks noGrp="1"/>
          </p:cNvSpPr>
          <p:nvPr>
            <p:ph sz="quarter" idx="14"/>
          </p:nvPr>
        </p:nvSpPr>
        <p:spPr>
          <a:xfrm>
            <a:off x="4398264" y="985802"/>
            <a:ext cx="7141464" cy="52943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862312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7">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67511" y="985802"/>
            <a:ext cx="3410711" cy="5294377"/>
          </a:xfrm>
        </p:spPr>
        <p:txBody>
          <a:bodyPr anchor="b">
            <a:normAutofit/>
          </a:bodyPr>
          <a:lstStyle>
            <a:lvl1pPr>
              <a:defRPr sz="4000"/>
            </a:lvl1pPr>
          </a:lstStyle>
          <a:p>
            <a:r>
              <a:rPr lang="en-US" dirty="0"/>
              <a:t>Click to edit Master title style</a:t>
            </a:r>
          </a:p>
        </p:txBody>
      </p:sp>
      <p:sp>
        <p:nvSpPr>
          <p:cNvPr id="12" name="Slide Number Placeholder 5">
            <a:extLst>
              <a:ext uri="{FF2B5EF4-FFF2-40B4-BE49-F238E27FC236}">
                <a16:creationId xmlns:a16="http://schemas.microsoft.com/office/drawing/2014/main" id="{B86EE7AF-7DD3-DC19-6D34-E940BB3523D6}"/>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dirty="0"/>
          </a:p>
        </p:txBody>
      </p:sp>
      <p:sp>
        <p:nvSpPr>
          <p:cNvPr id="4" name="Footer Placeholder 3">
            <a:extLst>
              <a:ext uri="{FF2B5EF4-FFF2-40B4-BE49-F238E27FC236}">
                <a16:creationId xmlns:a16="http://schemas.microsoft.com/office/drawing/2014/main" id="{DBE86BA4-9811-C1B5-796E-C61FA5F0EC5A}"/>
              </a:ext>
            </a:extLst>
          </p:cNvPr>
          <p:cNvSpPr>
            <a:spLocks noGrp="1"/>
          </p:cNvSpPr>
          <p:nvPr>
            <p:ph type="ftr" sz="quarter" idx="15"/>
          </p:nvPr>
        </p:nvSpPr>
        <p:spPr>
          <a:xfrm>
            <a:off x="934122" y="181066"/>
            <a:ext cx="3144101" cy="365125"/>
          </a:xfrm>
        </p:spPr>
        <p:txBody>
          <a:bodyPr/>
          <a:lstStyle/>
          <a:p>
            <a:r>
              <a:rPr lang="en-US"/>
              <a:t>Presentation title</a:t>
            </a:r>
            <a:endParaRPr lang="en-US" dirty="0"/>
          </a:p>
        </p:txBody>
      </p:sp>
      <p:sp>
        <p:nvSpPr>
          <p:cNvPr id="11" name="Date Placeholder 3">
            <a:extLst>
              <a:ext uri="{FF2B5EF4-FFF2-40B4-BE49-F238E27FC236}">
                <a16:creationId xmlns:a16="http://schemas.microsoft.com/office/drawing/2014/main" id="{2F968FDB-AE03-25F6-2343-C1F6FC98A6B6}"/>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863A7118-B3C6-4EBA-A0E2-4AEA652F57A1}" type="datetime1">
              <a:rPr lang="en-US" smtClean="0"/>
              <a:t>3/12/2026</a:t>
            </a:fld>
            <a:endParaRPr lang="en-US"/>
          </a:p>
        </p:txBody>
      </p:sp>
      <p:sp>
        <p:nvSpPr>
          <p:cNvPr id="3" name="Content Placeholder 7">
            <a:extLst>
              <a:ext uri="{FF2B5EF4-FFF2-40B4-BE49-F238E27FC236}">
                <a16:creationId xmlns:a16="http://schemas.microsoft.com/office/drawing/2014/main" id="{ED0FE484-E6A5-7D93-A7B2-C71CD2671A71}"/>
              </a:ext>
            </a:extLst>
          </p:cNvPr>
          <p:cNvSpPr>
            <a:spLocks noGrp="1"/>
          </p:cNvSpPr>
          <p:nvPr>
            <p:ph sz="quarter" idx="14"/>
          </p:nvPr>
        </p:nvSpPr>
        <p:spPr>
          <a:xfrm>
            <a:off x="4398264" y="985802"/>
            <a:ext cx="7141464" cy="52943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17969378"/>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398263" y="1260122"/>
            <a:ext cx="7126225" cy="1004010"/>
          </a:xfrm>
        </p:spPr>
        <p:txBody>
          <a:bodyPr anchor="b">
            <a:normAutofit/>
          </a:bodyPr>
          <a:lstStyle>
            <a:lvl1pPr>
              <a:defRPr sz="4000"/>
            </a:lvl1pPr>
          </a:lstStyle>
          <a:p>
            <a:r>
              <a:rPr lang="en-US" dirty="0"/>
              <a:t>Click to edit Master title style</a:t>
            </a:r>
          </a:p>
        </p:txBody>
      </p:sp>
      <p:sp>
        <p:nvSpPr>
          <p:cNvPr id="12" name="Slide Number Placeholder 5">
            <a:extLst>
              <a:ext uri="{FF2B5EF4-FFF2-40B4-BE49-F238E27FC236}">
                <a16:creationId xmlns:a16="http://schemas.microsoft.com/office/drawing/2014/main" id="{EBF44B22-81A3-5C11-73E6-B955ED9DDEB7}"/>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dirty="0"/>
          </a:p>
        </p:txBody>
      </p:sp>
      <p:sp>
        <p:nvSpPr>
          <p:cNvPr id="3" name="Footer Placeholder 3">
            <a:extLst>
              <a:ext uri="{FF2B5EF4-FFF2-40B4-BE49-F238E27FC236}">
                <a16:creationId xmlns:a16="http://schemas.microsoft.com/office/drawing/2014/main" id="{E9DF2317-5307-1F2B-B3F1-77031B8F1A44}"/>
              </a:ext>
            </a:extLst>
          </p:cNvPr>
          <p:cNvSpPr>
            <a:spLocks noGrp="1"/>
          </p:cNvSpPr>
          <p:nvPr>
            <p:ph type="ftr" sz="quarter" idx="15"/>
          </p:nvPr>
        </p:nvSpPr>
        <p:spPr>
          <a:xfrm>
            <a:off x="934122" y="181066"/>
            <a:ext cx="3144101" cy="365125"/>
          </a:xfrm>
        </p:spPr>
        <p:txBody>
          <a:bodyPr/>
          <a:lstStyle/>
          <a:p>
            <a:r>
              <a:rPr lang="en-US"/>
              <a:t>Presentation title</a:t>
            </a:r>
            <a:endParaRPr lang="en-US" dirty="0"/>
          </a:p>
        </p:txBody>
      </p:sp>
      <p:sp>
        <p:nvSpPr>
          <p:cNvPr id="11" name="Date Placeholder 3">
            <a:extLst>
              <a:ext uri="{FF2B5EF4-FFF2-40B4-BE49-F238E27FC236}">
                <a16:creationId xmlns:a16="http://schemas.microsoft.com/office/drawing/2014/main" id="{D5AAA207-A5C4-56FC-5D30-CD58B9341880}"/>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F89F8195-FAEE-47A9-804C-E84DD4E62923}" type="datetime1">
              <a:rPr lang="en-US" smtClean="0"/>
              <a:t>3/12/2026</a:t>
            </a:fld>
            <a:endParaRPr lang="en-US"/>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667512" y="1260123"/>
            <a:ext cx="3410711" cy="5020056"/>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60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398265" y="2584093"/>
            <a:ext cx="7126224" cy="369608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43737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7512" y="1260121"/>
            <a:ext cx="7141464" cy="1004011"/>
          </a:xfrm>
        </p:spPr>
        <p:txBody>
          <a:bodyPr anchor="b">
            <a:normAutofit/>
          </a:bodyPr>
          <a:lstStyle>
            <a:lvl1pPr>
              <a:defRPr sz="4000"/>
            </a:lvl1pPr>
          </a:lstStyle>
          <a:p>
            <a:r>
              <a:rPr lang="en-US" dirty="0"/>
              <a:t>Click to edit Master title style</a:t>
            </a:r>
          </a:p>
        </p:txBody>
      </p:sp>
      <p:sp>
        <p:nvSpPr>
          <p:cNvPr id="13" name="Slide Number Placeholder 5">
            <a:extLst>
              <a:ext uri="{FF2B5EF4-FFF2-40B4-BE49-F238E27FC236}">
                <a16:creationId xmlns:a16="http://schemas.microsoft.com/office/drawing/2014/main" id="{A4B5B55D-2B4C-9E36-9E67-3505A733219E}"/>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dirty="0"/>
          </a:p>
        </p:txBody>
      </p:sp>
      <p:sp>
        <p:nvSpPr>
          <p:cNvPr id="3" name="Footer Placeholder 3">
            <a:extLst>
              <a:ext uri="{FF2B5EF4-FFF2-40B4-BE49-F238E27FC236}">
                <a16:creationId xmlns:a16="http://schemas.microsoft.com/office/drawing/2014/main" id="{DBB043B8-CC94-789F-E530-4DF519EEA3F2}"/>
              </a:ext>
            </a:extLst>
          </p:cNvPr>
          <p:cNvSpPr>
            <a:spLocks noGrp="1"/>
          </p:cNvSpPr>
          <p:nvPr>
            <p:ph type="ftr" sz="quarter" idx="15"/>
          </p:nvPr>
        </p:nvSpPr>
        <p:spPr>
          <a:xfrm>
            <a:off x="934122" y="181066"/>
            <a:ext cx="3144101" cy="365125"/>
          </a:xfrm>
        </p:spPr>
        <p:txBody>
          <a:bodyPr/>
          <a:lstStyle/>
          <a:p>
            <a:r>
              <a:rPr lang="en-US"/>
              <a:t>Presentation title</a:t>
            </a:r>
            <a:endParaRPr lang="en-US" dirty="0"/>
          </a:p>
        </p:txBody>
      </p:sp>
      <p:sp>
        <p:nvSpPr>
          <p:cNvPr id="7" name="Date Placeholder 3">
            <a:extLst>
              <a:ext uri="{FF2B5EF4-FFF2-40B4-BE49-F238E27FC236}">
                <a16:creationId xmlns:a16="http://schemas.microsoft.com/office/drawing/2014/main" id="{FDC335D7-A0F7-BD3D-BF97-982A94656D28}"/>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50D3EE2A-95C7-4C56-A79A-AF03B1B5A7C8}" type="datetime1">
              <a:rPr lang="en-US" smtClean="0"/>
              <a:t>3/12/2026</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67512" y="2584094"/>
            <a:ext cx="7141464" cy="369608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129016" y="1260122"/>
            <a:ext cx="3410712" cy="5020057"/>
          </a:xfrm>
          <a:blipFill>
            <a:blip r:embed="rId2">
              <a:alphaModFix amt="6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72882432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154680" y="1260122"/>
            <a:ext cx="8385048" cy="1004010"/>
          </a:xfrm>
        </p:spPr>
        <p:txBody>
          <a:bodyPr anchor="b">
            <a:normAutofit/>
          </a:bodyPr>
          <a:lstStyle>
            <a:lvl1pPr>
              <a:defRPr sz="4000"/>
            </a:lvl1pPr>
          </a:lstStyle>
          <a:p>
            <a:r>
              <a:rPr lang="en-US" dirty="0"/>
              <a:t>Click to edit Master title style</a:t>
            </a:r>
          </a:p>
        </p:txBody>
      </p:sp>
      <p:sp>
        <p:nvSpPr>
          <p:cNvPr id="14" name="Slide Number Placeholder 5">
            <a:extLst>
              <a:ext uri="{FF2B5EF4-FFF2-40B4-BE49-F238E27FC236}">
                <a16:creationId xmlns:a16="http://schemas.microsoft.com/office/drawing/2014/main" id="{DE0EDC41-A2C4-8CCD-B67B-6AC19F5C3EFF}"/>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dirty="0"/>
          </a:p>
        </p:txBody>
      </p:sp>
      <p:sp>
        <p:nvSpPr>
          <p:cNvPr id="3" name="Footer Placeholder 3">
            <a:extLst>
              <a:ext uri="{FF2B5EF4-FFF2-40B4-BE49-F238E27FC236}">
                <a16:creationId xmlns:a16="http://schemas.microsoft.com/office/drawing/2014/main" id="{2A6FEF80-5427-AC06-FBE6-7B508E000D80}"/>
              </a:ext>
            </a:extLst>
          </p:cNvPr>
          <p:cNvSpPr>
            <a:spLocks noGrp="1"/>
          </p:cNvSpPr>
          <p:nvPr>
            <p:ph type="ftr" sz="quarter" idx="15"/>
          </p:nvPr>
        </p:nvSpPr>
        <p:spPr>
          <a:xfrm>
            <a:off x="934122" y="181066"/>
            <a:ext cx="3144101" cy="365125"/>
          </a:xfrm>
        </p:spPr>
        <p:txBody>
          <a:bodyPr/>
          <a:lstStyle/>
          <a:p>
            <a:r>
              <a:rPr lang="en-US"/>
              <a:t>Presentation title</a:t>
            </a:r>
            <a:endParaRPr lang="en-US" dirty="0"/>
          </a:p>
        </p:txBody>
      </p:sp>
      <p:sp>
        <p:nvSpPr>
          <p:cNvPr id="13" name="Date Placeholder 3">
            <a:extLst>
              <a:ext uri="{FF2B5EF4-FFF2-40B4-BE49-F238E27FC236}">
                <a16:creationId xmlns:a16="http://schemas.microsoft.com/office/drawing/2014/main" id="{AD3E4458-96F1-7F5C-6181-D0D27E03167D}"/>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B9349C3D-A8C4-4AA1-A98E-1056B589D2B7}" type="datetime1">
              <a:rPr lang="en-US" smtClean="0"/>
              <a:t>3/12/2026</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67511" y="1260123"/>
            <a:ext cx="2167129" cy="5020056"/>
          </a:xfrm>
          <a:blipFill>
            <a:blip r:embed="rId2">
              <a:alphaModFix amt="6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3154680" y="2584094"/>
            <a:ext cx="8369808" cy="369608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089229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7509" y="1261872"/>
            <a:ext cx="8385049" cy="1027074"/>
          </a:xfrm>
        </p:spPr>
        <p:txBody>
          <a:bodyPr anchor="b">
            <a:normAutofit/>
          </a:bodyPr>
          <a:lstStyle>
            <a:lvl1pPr>
              <a:defRPr sz="4000"/>
            </a:lvl1pPr>
          </a:lstStyle>
          <a:p>
            <a:r>
              <a:rPr lang="en-US" dirty="0"/>
              <a:t>Click to edit Master title style</a:t>
            </a:r>
          </a:p>
        </p:txBody>
      </p:sp>
      <p:sp>
        <p:nvSpPr>
          <p:cNvPr id="13" name="Slide Number Placeholder 5">
            <a:extLst>
              <a:ext uri="{FF2B5EF4-FFF2-40B4-BE49-F238E27FC236}">
                <a16:creationId xmlns:a16="http://schemas.microsoft.com/office/drawing/2014/main" id="{3FB53CBC-C7D5-BE96-42C9-5AAA981879DA}"/>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dirty="0"/>
          </a:p>
        </p:txBody>
      </p:sp>
      <p:sp>
        <p:nvSpPr>
          <p:cNvPr id="3" name="Footer Placeholder 3">
            <a:extLst>
              <a:ext uri="{FF2B5EF4-FFF2-40B4-BE49-F238E27FC236}">
                <a16:creationId xmlns:a16="http://schemas.microsoft.com/office/drawing/2014/main" id="{10EECF8C-0C46-0E43-4558-0F8C402813C0}"/>
              </a:ext>
            </a:extLst>
          </p:cNvPr>
          <p:cNvSpPr>
            <a:spLocks noGrp="1"/>
          </p:cNvSpPr>
          <p:nvPr>
            <p:ph type="ftr" sz="quarter" idx="15"/>
          </p:nvPr>
        </p:nvSpPr>
        <p:spPr>
          <a:xfrm>
            <a:off x="934122" y="181066"/>
            <a:ext cx="3144101" cy="365125"/>
          </a:xfrm>
        </p:spPr>
        <p:txBody>
          <a:bodyPr/>
          <a:lstStyle/>
          <a:p>
            <a:r>
              <a:rPr lang="en-US"/>
              <a:t>Presentation title</a:t>
            </a:r>
            <a:endParaRPr lang="en-US" dirty="0"/>
          </a:p>
        </p:txBody>
      </p:sp>
      <p:sp>
        <p:nvSpPr>
          <p:cNvPr id="12" name="Date Placeholder 3">
            <a:extLst>
              <a:ext uri="{FF2B5EF4-FFF2-40B4-BE49-F238E27FC236}">
                <a16:creationId xmlns:a16="http://schemas.microsoft.com/office/drawing/2014/main" id="{23B3AA0F-2358-6DB4-C617-B03E73D5FFE8}"/>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3726E815-75B0-4614-92F7-BD367E20C4E3}" type="datetime1">
              <a:rPr lang="en-US" smtClean="0"/>
              <a:t>3/12/2026</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67511" y="2584092"/>
            <a:ext cx="8385048" cy="36960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9372601" y="1261872"/>
            <a:ext cx="2151888" cy="5018307"/>
          </a:xfrm>
          <a:blipFill>
            <a:blip r:embed="rId2">
              <a:alphaModFix amt="6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45763843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85431" y="1260122"/>
            <a:ext cx="4654297" cy="1004009"/>
          </a:xfrm>
        </p:spPr>
        <p:txBody>
          <a:bodyPr anchor="b">
            <a:normAutofit/>
          </a:bodyPr>
          <a:lstStyle>
            <a:lvl1pPr>
              <a:defRPr sz="4000"/>
            </a:lvl1pPr>
          </a:lstStyle>
          <a:p>
            <a:r>
              <a:rPr lang="en-US" dirty="0"/>
              <a:t>Click to edit Master title style</a:t>
            </a:r>
          </a:p>
        </p:txBody>
      </p:sp>
      <p:sp>
        <p:nvSpPr>
          <p:cNvPr id="13" name="Slide Number Placeholder 5">
            <a:extLst>
              <a:ext uri="{FF2B5EF4-FFF2-40B4-BE49-F238E27FC236}">
                <a16:creationId xmlns:a16="http://schemas.microsoft.com/office/drawing/2014/main" id="{1A4D1053-884E-2834-2D03-511FB6195E33}"/>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dirty="0"/>
          </a:p>
        </p:txBody>
      </p:sp>
      <p:sp>
        <p:nvSpPr>
          <p:cNvPr id="3" name="Footer Placeholder 3">
            <a:extLst>
              <a:ext uri="{FF2B5EF4-FFF2-40B4-BE49-F238E27FC236}">
                <a16:creationId xmlns:a16="http://schemas.microsoft.com/office/drawing/2014/main" id="{3E831349-76B0-627A-3E4B-D553FAE86551}"/>
              </a:ext>
            </a:extLst>
          </p:cNvPr>
          <p:cNvSpPr>
            <a:spLocks noGrp="1"/>
          </p:cNvSpPr>
          <p:nvPr>
            <p:ph type="ftr" sz="quarter" idx="15"/>
          </p:nvPr>
        </p:nvSpPr>
        <p:spPr>
          <a:xfrm>
            <a:off x="934122" y="181066"/>
            <a:ext cx="3144101" cy="365125"/>
          </a:xfrm>
        </p:spPr>
        <p:txBody>
          <a:bodyPr/>
          <a:lstStyle/>
          <a:p>
            <a:r>
              <a:rPr lang="en-US"/>
              <a:t>Presentation title</a:t>
            </a:r>
            <a:endParaRPr lang="en-US" dirty="0"/>
          </a:p>
        </p:txBody>
      </p:sp>
      <p:sp>
        <p:nvSpPr>
          <p:cNvPr id="12" name="Date Placeholder 3">
            <a:extLst>
              <a:ext uri="{FF2B5EF4-FFF2-40B4-BE49-F238E27FC236}">
                <a16:creationId xmlns:a16="http://schemas.microsoft.com/office/drawing/2014/main" id="{CA9CCFE9-2B59-7691-C45A-6E839A016DF4}"/>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3FD556D2-FA47-46C5-A609-377AE88E2EE7}" type="datetime1">
              <a:rPr lang="en-US" smtClean="0"/>
              <a:t>3/12/2026</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67512" y="1261872"/>
            <a:ext cx="5897879" cy="5004290"/>
          </a:xfrm>
          <a:blipFill>
            <a:blip r:embed="rId2">
              <a:alphaModFix amt="6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885431" y="2584093"/>
            <a:ext cx="4654297" cy="369608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7143382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7512" y="1260122"/>
            <a:ext cx="4654296" cy="1004010"/>
          </a:xfrm>
        </p:spPr>
        <p:txBody>
          <a:bodyPr anchor="b">
            <a:normAutofit/>
          </a:bodyPr>
          <a:lstStyle>
            <a:lvl1pPr>
              <a:defRPr sz="4000"/>
            </a:lvl1pPr>
          </a:lstStyle>
          <a:p>
            <a:r>
              <a:rPr lang="en-US" dirty="0"/>
              <a:t>Click to edit Master title style</a:t>
            </a:r>
          </a:p>
        </p:txBody>
      </p:sp>
      <p:sp>
        <p:nvSpPr>
          <p:cNvPr id="13" name="Slide Number Placeholder 5">
            <a:extLst>
              <a:ext uri="{FF2B5EF4-FFF2-40B4-BE49-F238E27FC236}">
                <a16:creationId xmlns:a16="http://schemas.microsoft.com/office/drawing/2014/main" id="{DBF00F9C-205B-81C5-6180-2E06739DAD6C}"/>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dirty="0"/>
          </a:p>
        </p:txBody>
      </p:sp>
      <p:sp>
        <p:nvSpPr>
          <p:cNvPr id="3" name="Footer Placeholder 3">
            <a:extLst>
              <a:ext uri="{FF2B5EF4-FFF2-40B4-BE49-F238E27FC236}">
                <a16:creationId xmlns:a16="http://schemas.microsoft.com/office/drawing/2014/main" id="{A0F2BA95-39FC-18B4-5653-76E60E40B8A5}"/>
              </a:ext>
            </a:extLst>
          </p:cNvPr>
          <p:cNvSpPr>
            <a:spLocks noGrp="1"/>
          </p:cNvSpPr>
          <p:nvPr>
            <p:ph type="ftr" sz="quarter" idx="15"/>
          </p:nvPr>
        </p:nvSpPr>
        <p:spPr>
          <a:xfrm>
            <a:off x="934122" y="181066"/>
            <a:ext cx="3144101" cy="365125"/>
          </a:xfrm>
        </p:spPr>
        <p:txBody>
          <a:bodyPr/>
          <a:lstStyle/>
          <a:p>
            <a:r>
              <a:rPr lang="en-US"/>
              <a:t>Presentation title</a:t>
            </a:r>
            <a:endParaRPr lang="en-US" dirty="0"/>
          </a:p>
        </p:txBody>
      </p:sp>
      <p:sp>
        <p:nvSpPr>
          <p:cNvPr id="12" name="Date Placeholder 3">
            <a:extLst>
              <a:ext uri="{FF2B5EF4-FFF2-40B4-BE49-F238E27FC236}">
                <a16:creationId xmlns:a16="http://schemas.microsoft.com/office/drawing/2014/main" id="{D06DFB43-B155-62E3-B572-4F16FC492152}"/>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8D2E3C2C-8032-4A70-BAC0-53E5F160545E}" type="datetime1">
              <a:rPr lang="en-US" smtClean="0"/>
              <a:t>3/12/2026</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67512" y="2584093"/>
            <a:ext cx="4654296" cy="369608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58928" y="1260122"/>
            <a:ext cx="5880800" cy="5020056"/>
          </a:xfrm>
          <a:blipFill>
            <a:blip r:embed="rId2">
              <a:alphaModFix amt="6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22707222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7511" y="4592116"/>
            <a:ext cx="4974337" cy="1688063"/>
          </a:xfrm>
        </p:spPr>
        <p:txBody>
          <a:bodyPr anchor="b">
            <a:normAutofit/>
          </a:bodyPr>
          <a:lstStyle>
            <a:lvl1pPr>
              <a:defRPr sz="4000"/>
            </a:lvl1pPr>
          </a:lstStyle>
          <a:p>
            <a:r>
              <a:rPr lang="en-US" dirty="0"/>
              <a:t>Click to edit Master title style</a:t>
            </a:r>
          </a:p>
        </p:txBody>
      </p:sp>
      <p:sp>
        <p:nvSpPr>
          <p:cNvPr id="13" name="Slide Number Placeholder 5">
            <a:extLst>
              <a:ext uri="{FF2B5EF4-FFF2-40B4-BE49-F238E27FC236}">
                <a16:creationId xmlns:a16="http://schemas.microsoft.com/office/drawing/2014/main" id="{61ADEBC8-C157-BE2E-7400-E9AB57520178}"/>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dirty="0"/>
          </a:p>
        </p:txBody>
      </p:sp>
      <p:sp>
        <p:nvSpPr>
          <p:cNvPr id="3" name="Footer Placeholder 3">
            <a:extLst>
              <a:ext uri="{FF2B5EF4-FFF2-40B4-BE49-F238E27FC236}">
                <a16:creationId xmlns:a16="http://schemas.microsoft.com/office/drawing/2014/main" id="{A727BF52-DE0B-B350-6511-8DF5414DC789}"/>
              </a:ext>
            </a:extLst>
          </p:cNvPr>
          <p:cNvSpPr>
            <a:spLocks noGrp="1"/>
          </p:cNvSpPr>
          <p:nvPr>
            <p:ph type="ftr" sz="quarter" idx="15"/>
          </p:nvPr>
        </p:nvSpPr>
        <p:spPr>
          <a:xfrm>
            <a:off x="934122" y="181066"/>
            <a:ext cx="3144101" cy="365125"/>
          </a:xfrm>
        </p:spPr>
        <p:txBody>
          <a:bodyPr/>
          <a:lstStyle/>
          <a:p>
            <a:r>
              <a:rPr lang="en-US"/>
              <a:t>Presentation title</a:t>
            </a:r>
            <a:endParaRPr lang="en-US" dirty="0"/>
          </a:p>
        </p:txBody>
      </p:sp>
      <p:sp>
        <p:nvSpPr>
          <p:cNvPr id="12" name="Date Placeholder 3">
            <a:extLst>
              <a:ext uri="{FF2B5EF4-FFF2-40B4-BE49-F238E27FC236}">
                <a16:creationId xmlns:a16="http://schemas.microsoft.com/office/drawing/2014/main" id="{9FB95C57-5544-14E7-C212-633EA7147FC9}"/>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6389D7D8-FC2E-4190-898F-1892B48FB8DA}" type="datetime1">
              <a:rPr lang="en-US" smtClean="0"/>
              <a:t>3/12/2026</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67512" y="1260123"/>
            <a:ext cx="4951958" cy="301203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129016" y="4272155"/>
            <a:ext cx="3395472" cy="1997514"/>
          </a:xfrm>
          <a:blipFill>
            <a:blip r:embed="rId2">
              <a:alphaModFix amt="6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81978880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7512" y="1260123"/>
            <a:ext cx="10872216" cy="1004010"/>
          </a:xfrm>
        </p:spPr>
        <p:txBody>
          <a:bodyPr anchor="t">
            <a:normAutofit/>
          </a:bodyPr>
          <a:lstStyle>
            <a:lvl1pPr>
              <a:defRPr sz="4000"/>
            </a:lvl1pPr>
          </a:lstStyle>
          <a:p>
            <a:r>
              <a:rPr lang="en-US" dirty="0"/>
              <a:t>Click to edit Master title style</a:t>
            </a:r>
          </a:p>
        </p:txBody>
      </p:sp>
      <p:sp>
        <p:nvSpPr>
          <p:cNvPr id="13" name="Slide Number Placeholder 5">
            <a:extLst>
              <a:ext uri="{FF2B5EF4-FFF2-40B4-BE49-F238E27FC236}">
                <a16:creationId xmlns:a16="http://schemas.microsoft.com/office/drawing/2014/main" id="{61ADEBC8-C157-BE2E-7400-E9AB57520178}"/>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dirty="0"/>
          </a:p>
        </p:txBody>
      </p:sp>
      <p:sp>
        <p:nvSpPr>
          <p:cNvPr id="3" name="Footer Placeholder 3">
            <a:extLst>
              <a:ext uri="{FF2B5EF4-FFF2-40B4-BE49-F238E27FC236}">
                <a16:creationId xmlns:a16="http://schemas.microsoft.com/office/drawing/2014/main" id="{76B9F801-2896-6C4E-7B87-B0B8D2692BA9}"/>
              </a:ext>
            </a:extLst>
          </p:cNvPr>
          <p:cNvSpPr>
            <a:spLocks noGrp="1"/>
          </p:cNvSpPr>
          <p:nvPr>
            <p:ph type="ftr" sz="quarter" idx="15"/>
          </p:nvPr>
        </p:nvSpPr>
        <p:spPr>
          <a:xfrm>
            <a:off x="934122" y="181066"/>
            <a:ext cx="3144101" cy="365125"/>
          </a:xfrm>
        </p:spPr>
        <p:txBody>
          <a:bodyPr/>
          <a:lstStyle/>
          <a:p>
            <a:r>
              <a:rPr lang="en-US"/>
              <a:t>Presentation title</a:t>
            </a:r>
            <a:endParaRPr lang="en-US" dirty="0"/>
          </a:p>
        </p:txBody>
      </p:sp>
      <p:sp>
        <p:nvSpPr>
          <p:cNvPr id="12" name="Date Placeholder 3">
            <a:extLst>
              <a:ext uri="{FF2B5EF4-FFF2-40B4-BE49-F238E27FC236}">
                <a16:creationId xmlns:a16="http://schemas.microsoft.com/office/drawing/2014/main" id="{9FB95C57-5544-14E7-C212-633EA7147FC9}"/>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23B81B63-4F4E-4260-AE70-7F34DF91DF77}" type="datetime1">
              <a:rPr lang="en-US" smtClean="0"/>
              <a:t>3/12/2026</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67512" y="2584095"/>
            <a:ext cx="10872216" cy="16880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67512" y="4592115"/>
            <a:ext cx="10872216" cy="1688064"/>
          </a:xfrm>
          <a:blipFill>
            <a:blip r:embed="rId2">
              <a:alphaModFix amt="6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12944377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29017" y="1260122"/>
            <a:ext cx="3395471" cy="2008022"/>
          </a:xfrm>
        </p:spPr>
        <p:txBody>
          <a:bodyPr anchor="b">
            <a:normAutofit/>
          </a:bodyPr>
          <a:lstStyle>
            <a:lvl1pPr>
              <a:defRPr sz="4000"/>
            </a:lvl1pPr>
          </a:lstStyle>
          <a:p>
            <a:r>
              <a:rPr lang="en-US" dirty="0"/>
              <a:t>Click to edit Master title style</a:t>
            </a:r>
          </a:p>
        </p:txBody>
      </p:sp>
      <p:sp>
        <p:nvSpPr>
          <p:cNvPr id="13" name="Slide Number Placeholder 5">
            <a:extLst>
              <a:ext uri="{FF2B5EF4-FFF2-40B4-BE49-F238E27FC236}">
                <a16:creationId xmlns:a16="http://schemas.microsoft.com/office/drawing/2014/main" id="{DB3A19B8-D27C-60F2-CCE1-9B2FE208D4B4}"/>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dirty="0"/>
          </a:p>
        </p:txBody>
      </p:sp>
      <p:sp>
        <p:nvSpPr>
          <p:cNvPr id="3" name="Footer Placeholder 3">
            <a:extLst>
              <a:ext uri="{FF2B5EF4-FFF2-40B4-BE49-F238E27FC236}">
                <a16:creationId xmlns:a16="http://schemas.microsoft.com/office/drawing/2014/main" id="{5A1A6486-75F8-1B85-1DC5-D9B9240EEE02}"/>
              </a:ext>
            </a:extLst>
          </p:cNvPr>
          <p:cNvSpPr>
            <a:spLocks noGrp="1"/>
          </p:cNvSpPr>
          <p:nvPr>
            <p:ph type="ftr" sz="quarter" idx="15"/>
          </p:nvPr>
        </p:nvSpPr>
        <p:spPr>
          <a:xfrm>
            <a:off x="934122" y="181066"/>
            <a:ext cx="3144101" cy="365125"/>
          </a:xfrm>
        </p:spPr>
        <p:txBody>
          <a:bodyPr/>
          <a:lstStyle/>
          <a:p>
            <a:r>
              <a:rPr lang="en-US"/>
              <a:t>Presentation title</a:t>
            </a:r>
            <a:endParaRPr lang="en-US" dirty="0"/>
          </a:p>
        </p:txBody>
      </p:sp>
      <p:sp>
        <p:nvSpPr>
          <p:cNvPr id="12" name="Date Placeholder 3">
            <a:extLst>
              <a:ext uri="{FF2B5EF4-FFF2-40B4-BE49-F238E27FC236}">
                <a16:creationId xmlns:a16="http://schemas.microsoft.com/office/drawing/2014/main" id="{756EEBDA-EC71-4385-DB53-41C22E785474}"/>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8E95A402-7419-498A-A98C-BC10C9D9E62D}" type="datetime1">
              <a:rPr lang="en-US" smtClean="0"/>
              <a:t>3/12/2026</a:t>
            </a:fld>
            <a:endParaRPr lang="en-US"/>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667511" y="1260122"/>
            <a:ext cx="7141465" cy="5020057"/>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60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29015" y="3588105"/>
            <a:ext cx="3410713" cy="2692074"/>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0061804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7511" y="1260122"/>
            <a:ext cx="3410710" cy="2008022"/>
          </a:xfrm>
        </p:spPr>
        <p:txBody>
          <a:bodyPr anchor="b">
            <a:normAutofit/>
          </a:bodyPr>
          <a:lstStyle>
            <a:lvl1pPr>
              <a:defRPr sz="4000"/>
            </a:lvl1pPr>
          </a:lstStyle>
          <a:p>
            <a:r>
              <a:rPr lang="en-US" dirty="0"/>
              <a:t>Click to edit Master title style</a:t>
            </a:r>
          </a:p>
        </p:txBody>
      </p:sp>
      <p:sp>
        <p:nvSpPr>
          <p:cNvPr id="13" name="Slide Number Placeholder 5">
            <a:extLst>
              <a:ext uri="{FF2B5EF4-FFF2-40B4-BE49-F238E27FC236}">
                <a16:creationId xmlns:a16="http://schemas.microsoft.com/office/drawing/2014/main" id="{75FF7B8E-8644-33FB-5A6E-02F11C5542D2}"/>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dirty="0"/>
          </a:p>
        </p:txBody>
      </p:sp>
      <p:sp>
        <p:nvSpPr>
          <p:cNvPr id="3" name="Footer Placeholder 3">
            <a:extLst>
              <a:ext uri="{FF2B5EF4-FFF2-40B4-BE49-F238E27FC236}">
                <a16:creationId xmlns:a16="http://schemas.microsoft.com/office/drawing/2014/main" id="{06C8FF2C-ECDB-3C80-34C6-03494864778B}"/>
              </a:ext>
            </a:extLst>
          </p:cNvPr>
          <p:cNvSpPr>
            <a:spLocks noGrp="1"/>
          </p:cNvSpPr>
          <p:nvPr>
            <p:ph type="ftr" sz="quarter" idx="15"/>
          </p:nvPr>
        </p:nvSpPr>
        <p:spPr>
          <a:xfrm>
            <a:off x="934122" y="181066"/>
            <a:ext cx="3144101" cy="365125"/>
          </a:xfrm>
        </p:spPr>
        <p:txBody>
          <a:bodyPr/>
          <a:lstStyle/>
          <a:p>
            <a:r>
              <a:rPr lang="en-US"/>
              <a:t>Presentation title</a:t>
            </a:r>
            <a:endParaRPr lang="en-US" dirty="0"/>
          </a:p>
        </p:txBody>
      </p:sp>
      <p:sp>
        <p:nvSpPr>
          <p:cNvPr id="12" name="Date Placeholder 3">
            <a:extLst>
              <a:ext uri="{FF2B5EF4-FFF2-40B4-BE49-F238E27FC236}">
                <a16:creationId xmlns:a16="http://schemas.microsoft.com/office/drawing/2014/main" id="{71E01ADE-6A9B-F59C-F74A-6468B6F9CDB8}"/>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F67C6F2A-F4B3-4F44-A388-FF5233ABC527}" type="datetime1">
              <a:rPr lang="en-US" smtClean="0"/>
              <a:t>3/12/2026</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67511" y="3588105"/>
            <a:ext cx="3410711" cy="2692074"/>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4398263" y="1260122"/>
            <a:ext cx="7126225" cy="5020057"/>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60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219030638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7512" y="4592115"/>
            <a:ext cx="4654296" cy="1688063"/>
          </a:xfrm>
        </p:spPr>
        <p:txBody>
          <a:bodyPr anchor="t">
            <a:normAutofit/>
          </a:bodyPr>
          <a:lstStyle>
            <a:lvl1pPr>
              <a:defRPr sz="4000"/>
            </a:lvl1pPr>
          </a:lstStyle>
          <a:p>
            <a:r>
              <a:rPr lang="en-US" dirty="0"/>
              <a:t>Click to edit Master title style</a:t>
            </a:r>
          </a:p>
        </p:txBody>
      </p:sp>
      <p:sp>
        <p:nvSpPr>
          <p:cNvPr id="13" name="Slide Number Placeholder 5">
            <a:extLst>
              <a:ext uri="{FF2B5EF4-FFF2-40B4-BE49-F238E27FC236}">
                <a16:creationId xmlns:a16="http://schemas.microsoft.com/office/drawing/2014/main" id="{39A92118-3DF4-2424-85AC-8ED02E2C66CC}"/>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dirty="0"/>
          </a:p>
        </p:txBody>
      </p:sp>
      <p:sp>
        <p:nvSpPr>
          <p:cNvPr id="3" name="Footer Placeholder 3">
            <a:extLst>
              <a:ext uri="{FF2B5EF4-FFF2-40B4-BE49-F238E27FC236}">
                <a16:creationId xmlns:a16="http://schemas.microsoft.com/office/drawing/2014/main" id="{824FEFCB-BC12-FCF8-8106-AEB614BAD700}"/>
              </a:ext>
            </a:extLst>
          </p:cNvPr>
          <p:cNvSpPr>
            <a:spLocks noGrp="1"/>
          </p:cNvSpPr>
          <p:nvPr>
            <p:ph type="ftr" sz="quarter" idx="15"/>
          </p:nvPr>
        </p:nvSpPr>
        <p:spPr>
          <a:xfrm>
            <a:off x="934122" y="181066"/>
            <a:ext cx="3144101" cy="365125"/>
          </a:xfrm>
        </p:spPr>
        <p:txBody>
          <a:bodyPr/>
          <a:lstStyle/>
          <a:p>
            <a:r>
              <a:rPr lang="en-US"/>
              <a:t>Presentation title</a:t>
            </a:r>
            <a:endParaRPr lang="en-US" dirty="0"/>
          </a:p>
        </p:txBody>
      </p:sp>
      <p:sp>
        <p:nvSpPr>
          <p:cNvPr id="12" name="Date Placeholder 3">
            <a:extLst>
              <a:ext uri="{FF2B5EF4-FFF2-40B4-BE49-F238E27FC236}">
                <a16:creationId xmlns:a16="http://schemas.microsoft.com/office/drawing/2014/main" id="{6F3F6702-15C0-4E20-444E-5921157E0942}"/>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01B1B67D-B094-4A84-BC89-E29D9EFC45B3}" type="datetime1">
              <a:rPr lang="en-US" smtClean="0"/>
              <a:t>3/12/2026</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67512" y="1260122"/>
            <a:ext cx="10887457" cy="3012033"/>
          </a:xfrm>
          <a:blipFill>
            <a:blip r:embed="rId2">
              <a:alphaModFix amt="6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641847" y="4592115"/>
            <a:ext cx="5913121" cy="1688064"/>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009253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7510" y="3572339"/>
            <a:ext cx="3410713" cy="2707840"/>
          </a:xfrm>
        </p:spPr>
        <p:txBody>
          <a:bodyPr anchor="t">
            <a:normAutofit/>
          </a:bodyPr>
          <a:lstStyle>
            <a:lvl1pPr>
              <a:defRPr sz="4000"/>
            </a:lvl1pPr>
          </a:lstStyle>
          <a:p>
            <a:r>
              <a:rPr lang="en-US" dirty="0"/>
              <a:t>Click to edit Master title style</a:t>
            </a:r>
          </a:p>
        </p:txBody>
      </p:sp>
      <p:sp>
        <p:nvSpPr>
          <p:cNvPr id="13" name="Slide Number Placeholder 5">
            <a:extLst>
              <a:ext uri="{FF2B5EF4-FFF2-40B4-BE49-F238E27FC236}">
                <a16:creationId xmlns:a16="http://schemas.microsoft.com/office/drawing/2014/main" id="{8C29D452-4290-AF7B-A928-BE3D83E36494}"/>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dirty="0"/>
          </a:p>
        </p:txBody>
      </p:sp>
      <p:sp>
        <p:nvSpPr>
          <p:cNvPr id="3" name="Footer Placeholder 3">
            <a:extLst>
              <a:ext uri="{FF2B5EF4-FFF2-40B4-BE49-F238E27FC236}">
                <a16:creationId xmlns:a16="http://schemas.microsoft.com/office/drawing/2014/main" id="{99F289CA-951A-9E32-F0F8-4551AB910757}"/>
              </a:ext>
            </a:extLst>
          </p:cNvPr>
          <p:cNvSpPr>
            <a:spLocks noGrp="1"/>
          </p:cNvSpPr>
          <p:nvPr>
            <p:ph type="ftr" sz="quarter" idx="15"/>
          </p:nvPr>
        </p:nvSpPr>
        <p:spPr>
          <a:xfrm>
            <a:off x="934122" y="181066"/>
            <a:ext cx="3144101" cy="365125"/>
          </a:xfrm>
        </p:spPr>
        <p:txBody>
          <a:bodyPr/>
          <a:lstStyle/>
          <a:p>
            <a:r>
              <a:rPr lang="en-US"/>
              <a:t>Presentation title</a:t>
            </a:r>
            <a:endParaRPr lang="en-US" dirty="0"/>
          </a:p>
        </p:txBody>
      </p:sp>
      <p:sp>
        <p:nvSpPr>
          <p:cNvPr id="12" name="Date Placeholder 3">
            <a:extLst>
              <a:ext uri="{FF2B5EF4-FFF2-40B4-BE49-F238E27FC236}">
                <a16:creationId xmlns:a16="http://schemas.microsoft.com/office/drawing/2014/main" id="{A4EC5306-39CD-9B46-EF6C-7D0453859F30}"/>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CED1FEB8-BE8B-43F2-985F-302B2C416D66}" type="datetime1">
              <a:rPr lang="en-US" smtClean="0"/>
              <a:t>3/12/2026</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67512" y="1261872"/>
            <a:ext cx="10872216" cy="1992256"/>
          </a:xfrm>
          <a:blipFill>
            <a:blip r:embed="rId2">
              <a:alphaModFix amt="6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398265" y="3588106"/>
            <a:ext cx="7126224" cy="2692074"/>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4108639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7511" y="1260121"/>
            <a:ext cx="3410712" cy="2008021"/>
          </a:xfrm>
        </p:spPr>
        <p:txBody>
          <a:bodyPr anchor="t">
            <a:normAutofit/>
          </a:bodyPr>
          <a:lstStyle>
            <a:lvl1pPr>
              <a:defRPr sz="4000"/>
            </a:lvl1pPr>
          </a:lstStyle>
          <a:p>
            <a:r>
              <a:rPr lang="en-US" dirty="0"/>
              <a:t>Click to edit Master title style</a:t>
            </a:r>
          </a:p>
        </p:txBody>
      </p:sp>
      <p:sp>
        <p:nvSpPr>
          <p:cNvPr id="13" name="Slide Number Placeholder 5">
            <a:extLst>
              <a:ext uri="{FF2B5EF4-FFF2-40B4-BE49-F238E27FC236}">
                <a16:creationId xmlns:a16="http://schemas.microsoft.com/office/drawing/2014/main" id="{C91B962A-9F00-E9C8-C37D-B133691D4453}"/>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dirty="0"/>
          </a:p>
        </p:txBody>
      </p:sp>
      <p:sp>
        <p:nvSpPr>
          <p:cNvPr id="5" name="Footer Placeholder 3">
            <a:extLst>
              <a:ext uri="{FF2B5EF4-FFF2-40B4-BE49-F238E27FC236}">
                <a16:creationId xmlns:a16="http://schemas.microsoft.com/office/drawing/2014/main" id="{2DDF310E-58A5-07FC-4ACF-A497529411D0}"/>
              </a:ext>
            </a:extLst>
          </p:cNvPr>
          <p:cNvSpPr>
            <a:spLocks noGrp="1"/>
          </p:cNvSpPr>
          <p:nvPr>
            <p:ph type="ftr" sz="quarter" idx="15"/>
          </p:nvPr>
        </p:nvSpPr>
        <p:spPr>
          <a:xfrm>
            <a:off x="934122" y="181066"/>
            <a:ext cx="3144101" cy="365125"/>
          </a:xfrm>
        </p:spPr>
        <p:txBody>
          <a:bodyPr/>
          <a:lstStyle/>
          <a:p>
            <a:r>
              <a:rPr lang="en-US"/>
              <a:t>Presentation title</a:t>
            </a:r>
            <a:endParaRPr lang="en-US" dirty="0"/>
          </a:p>
        </p:txBody>
      </p:sp>
      <p:sp>
        <p:nvSpPr>
          <p:cNvPr id="12" name="Date Placeholder 3">
            <a:extLst>
              <a:ext uri="{FF2B5EF4-FFF2-40B4-BE49-F238E27FC236}">
                <a16:creationId xmlns:a16="http://schemas.microsoft.com/office/drawing/2014/main" id="{C7C8D897-C374-7A6F-BEED-22F80EF2E119}"/>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F127A4B6-6434-4FBE-A6ED-A07EC373AA47}" type="datetime1">
              <a:rPr lang="en-US" smtClean="0"/>
              <a:t>3/12/2026</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398265" y="1260122"/>
            <a:ext cx="7126224" cy="2008021"/>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667512" y="3588106"/>
            <a:ext cx="10872216" cy="2692074"/>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a:blip r:embed="rId2">
              <a:alphaModFix amt="60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55481805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4">
    <p:bg>
      <p:bgRef idx="1001">
        <a:schemeClr val="bg1"/>
      </p:bgRef>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D8D190F-4AD9-1493-D6E9-4312C8744ACC}"/>
              </a:ext>
            </a:extLst>
          </p:cNvPr>
          <p:cNvSpPr>
            <a:spLocks noGrp="1"/>
          </p:cNvSpPr>
          <p:nvPr>
            <p:ph type="title"/>
          </p:nvPr>
        </p:nvSpPr>
        <p:spPr>
          <a:xfrm>
            <a:off x="667512" y="1260122"/>
            <a:ext cx="10872216" cy="1004009"/>
          </a:xfrm>
        </p:spPr>
        <p:txBody>
          <a:bodyPr anchor="b">
            <a:normAutofit/>
          </a:bodyPr>
          <a:lstStyle>
            <a:lvl1pPr>
              <a:defRPr sz="4000"/>
            </a:lvl1pPr>
          </a:lstStyle>
          <a:p>
            <a:r>
              <a:rPr lang="en-US" dirty="0"/>
              <a:t>Click to edit Master title style</a:t>
            </a:r>
          </a:p>
        </p:txBody>
      </p:sp>
      <p:sp>
        <p:nvSpPr>
          <p:cNvPr id="13" name="Slide Number Placeholder 5">
            <a:extLst>
              <a:ext uri="{FF2B5EF4-FFF2-40B4-BE49-F238E27FC236}">
                <a16:creationId xmlns:a16="http://schemas.microsoft.com/office/drawing/2014/main" id="{F900D201-0F2A-159F-0160-00CC1D230D3D}"/>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dirty="0"/>
          </a:p>
        </p:txBody>
      </p:sp>
      <p:sp>
        <p:nvSpPr>
          <p:cNvPr id="2" name="Footer Placeholder 3">
            <a:extLst>
              <a:ext uri="{FF2B5EF4-FFF2-40B4-BE49-F238E27FC236}">
                <a16:creationId xmlns:a16="http://schemas.microsoft.com/office/drawing/2014/main" id="{AB7B2F7A-427C-CBDE-5E80-74CCE63A1B9E}"/>
              </a:ext>
            </a:extLst>
          </p:cNvPr>
          <p:cNvSpPr>
            <a:spLocks noGrp="1"/>
          </p:cNvSpPr>
          <p:nvPr>
            <p:ph type="ftr" sz="quarter" idx="15"/>
          </p:nvPr>
        </p:nvSpPr>
        <p:spPr>
          <a:xfrm>
            <a:off x="934122" y="181066"/>
            <a:ext cx="3144101" cy="365125"/>
          </a:xfrm>
        </p:spPr>
        <p:txBody>
          <a:bodyPr/>
          <a:lstStyle/>
          <a:p>
            <a:r>
              <a:rPr lang="en-US"/>
              <a:t>Presentation title</a:t>
            </a:r>
            <a:endParaRPr lang="en-US" dirty="0"/>
          </a:p>
        </p:txBody>
      </p:sp>
      <p:sp>
        <p:nvSpPr>
          <p:cNvPr id="11" name="Date Placeholder 3">
            <a:extLst>
              <a:ext uri="{FF2B5EF4-FFF2-40B4-BE49-F238E27FC236}">
                <a16:creationId xmlns:a16="http://schemas.microsoft.com/office/drawing/2014/main" id="{289A2B14-20C4-D5EB-A86B-842E1230DA89}"/>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7AB27BDA-AAC0-4DA8-BBDD-04965AEE49AE}" type="datetime1">
              <a:rPr lang="en-US" smtClean="0"/>
              <a:t>3/12/2026</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67512" y="2584094"/>
            <a:ext cx="5897880" cy="369608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6885432" y="2584094"/>
            <a:ext cx="4639056" cy="3696085"/>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60000"/>
              <a:extLst>
                <a:ext uri="{28A0092B-C50C-407E-A947-70E740481C1C}">
                  <a14:useLocalDpi xmlns:a14="http://schemas.microsoft.com/office/drawing/2010/main" val="0"/>
                </a:ext>
              </a:extLst>
            </a:blip>
            <a:stretch>
              <a:fillRect/>
            </a:stretch>
          </a:blipFill>
        </p:spPr>
        <p:txBody>
          <a:bodyPr vert="horz" wrap="square" lIns="91440" tIns="45720" rIns="91440" bIns="45720" rtlCol="0">
            <a:noAutofit/>
          </a:bodyPr>
          <a:lstStyle>
            <a:lvl1pPr>
              <a:buNone/>
              <a:defRPr lang="en-US" dirty="0"/>
            </a:lvl1pPr>
          </a:lstStyle>
          <a:p>
            <a:pPr marL="228600" lvl="0" indent="-228600"/>
            <a:r>
              <a:rPr lang="en-US" dirty="0"/>
              <a:t>   </a:t>
            </a:r>
          </a:p>
        </p:txBody>
      </p:sp>
    </p:spTree>
    <p:extLst>
      <p:ext uri="{BB962C8B-B14F-4D97-AF65-F5344CB8AC3E}">
        <p14:creationId xmlns:p14="http://schemas.microsoft.com/office/powerpoint/2010/main" val="4102494643"/>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7512" y="1260122"/>
            <a:ext cx="10872216" cy="1004009"/>
          </a:xfrm>
        </p:spPr>
        <p:txBody>
          <a:bodyPr anchor="b">
            <a:normAutofit/>
          </a:bodyPr>
          <a:lstStyle>
            <a:lvl1pPr>
              <a:defRPr sz="4000"/>
            </a:lvl1pPr>
          </a:lstStyle>
          <a:p>
            <a:r>
              <a:rPr lang="en-US" dirty="0"/>
              <a:t>Click to edit Master title style</a:t>
            </a:r>
          </a:p>
        </p:txBody>
      </p:sp>
      <p:sp>
        <p:nvSpPr>
          <p:cNvPr id="13" name="Slide Number Placeholder 5">
            <a:extLst>
              <a:ext uri="{FF2B5EF4-FFF2-40B4-BE49-F238E27FC236}">
                <a16:creationId xmlns:a16="http://schemas.microsoft.com/office/drawing/2014/main" id="{73A2EAFF-C6B2-37A8-E58D-5D3F3E8DC547}"/>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dirty="0"/>
          </a:p>
        </p:txBody>
      </p:sp>
      <p:sp>
        <p:nvSpPr>
          <p:cNvPr id="3" name="Footer Placeholder 3">
            <a:extLst>
              <a:ext uri="{FF2B5EF4-FFF2-40B4-BE49-F238E27FC236}">
                <a16:creationId xmlns:a16="http://schemas.microsoft.com/office/drawing/2014/main" id="{6E787D6A-B2C4-9067-158A-25EF772947AF}"/>
              </a:ext>
            </a:extLst>
          </p:cNvPr>
          <p:cNvSpPr>
            <a:spLocks noGrp="1"/>
          </p:cNvSpPr>
          <p:nvPr>
            <p:ph type="ftr" sz="quarter" idx="15"/>
          </p:nvPr>
        </p:nvSpPr>
        <p:spPr>
          <a:xfrm>
            <a:off x="934122" y="181066"/>
            <a:ext cx="3144101" cy="365125"/>
          </a:xfrm>
        </p:spPr>
        <p:txBody>
          <a:bodyPr/>
          <a:lstStyle/>
          <a:p>
            <a:r>
              <a:rPr lang="en-US"/>
              <a:t>Presentation title</a:t>
            </a:r>
            <a:endParaRPr lang="en-US" dirty="0"/>
          </a:p>
        </p:txBody>
      </p:sp>
      <p:sp>
        <p:nvSpPr>
          <p:cNvPr id="12" name="Date Placeholder 3">
            <a:extLst>
              <a:ext uri="{FF2B5EF4-FFF2-40B4-BE49-F238E27FC236}">
                <a16:creationId xmlns:a16="http://schemas.microsoft.com/office/drawing/2014/main" id="{FCADB45D-F788-D3E9-0EC9-B9A177E8344C}"/>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58ACD03D-933A-4322-AC92-AD22A072A17A}" type="datetime1">
              <a:rPr lang="en-US" smtClean="0"/>
              <a:t>3/12/2026</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67512" y="2584094"/>
            <a:ext cx="3425952" cy="369608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5">
            <a:extLst>
              <a:ext uri="{FF2B5EF4-FFF2-40B4-BE49-F238E27FC236}">
                <a16:creationId xmlns:a16="http://schemas.microsoft.com/office/drawing/2014/main" id="{71A5194B-746E-D0FD-A7D1-71D10560BCCE}"/>
              </a:ext>
            </a:extLst>
          </p:cNvPr>
          <p:cNvSpPr>
            <a:spLocks noGrp="1"/>
          </p:cNvSpPr>
          <p:nvPr>
            <p:ph type="pic" sz="quarter" idx="13" hasCustomPrompt="1"/>
          </p:nvPr>
        </p:nvSpPr>
        <p:spPr>
          <a:xfrm>
            <a:off x="4398264" y="2584093"/>
            <a:ext cx="7126224" cy="3696085"/>
          </a:xfrm>
          <a:custGeom>
            <a:avLst/>
            <a:gdLst>
              <a:gd name="connsiteX0" fmla="*/ 0 w 5560101"/>
              <a:gd name="connsiteY0" fmla="*/ 0 h 4074407"/>
              <a:gd name="connsiteX1" fmla="*/ 5560101 w 5560101"/>
              <a:gd name="connsiteY1" fmla="*/ 0 h 4074407"/>
              <a:gd name="connsiteX2" fmla="*/ 5560101 w 5560101"/>
              <a:gd name="connsiteY2" fmla="*/ 4074407 h 4074407"/>
              <a:gd name="connsiteX3" fmla="*/ 0 w 5560101"/>
              <a:gd name="connsiteY3" fmla="*/ 4074407 h 4074407"/>
            </a:gdLst>
            <a:ahLst/>
            <a:cxnLst>
              <a:cxn ang="0">
                <a:pos x="connsiteX0" y="connsiteY0"/>
              </a:cxn>
              <a:cxn ang="0">
                <a:pos x="connsiteX1" y="connsiteY1"/>
              </a:cxn>
              <a:cxn ang="0">
                <a:pos x="connsiteX2" y="connsiteY2"/>
              </a:cxn>
              <a:cxn ang="0">
                <a:pos x="connsiteX3" y="connsiteY3"/>
              </a:cxn>
            </a:cxnLst>
            <a:rect l="l" t="t" r="r" b="b"/>
            <a:pathLst>
              <a:path w="5560101" h="4074407">
                <a:moveTo>
                  <a:pt x="0" y="0"/>
                </a:moveTo>
                <a:lnTo>
                  <a:pt x="5560101" y="0"/>
                </a:lnTo>
                <a:lnTo>
                  <a:pt x="5560101" y="4074407"/>
                </a:lnTo>
                <a:lnTo>
                  <a:pt x="0" y="4074407"/>
                </a:lnTo>
                <a:close/>
              </a:path>
            </a:pathLst>
          </a:custGeom>
          <a:blipFill>
            <a:blip r:embed="rId2">
              <a:alphaModFix amt="60000"/>
              <a:extLst>
                <a:ext uri="{28A0092B-C50C-407E-A947-70E740481C1C}">
                  <a14:useLocalDpi xmlns:a14="http://schemas.microsoft.com/office/drawing/2010/main" val="0"/>
                </a:ext>
              </a:extLst>
            </a:blip>
            <a:stretch>
              <a:fillRect/>
            </a:stretch>
          </a:blipFill>
        </p:spPr>
        <p:txBody>
          <a:bodyPr vert="horz" wrap="square" lIns="91440" tIns="45720" rIns="91440" bIns="45720" rtlCol="0">
            <a:noAutofit/>
          </a:bodyPr>
          <a:lstStyle>
            <a:lvl1pPr>
              <a:buNone/>
              <a:defRPr lang="en-US" dirty="0"/>
            </a:lvl1pPr>
          </a:lstStyle>
          <a:p>
            <a:pPr marL="228600" lvl="0" indent="-228600"/>
            <a:r>
              <a:rPr lang="en-US" dirty="0"/>
              <a:t>   </a:t>
            </a:r>
          </a:p>
        </p:txBody>
      </p:sp>
    </p:spTree>
    <p:extLst>
      <p:ext uri="{BB962C8B-B14F-4D97-AF65-F5344CB8AC3E}">
        <p14:creationId xmlns:p14="http://schemas.microsoft.com/office/powerpoint/2010/main" val="410667510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7512" y="1261872"/>
            <a:ext cx="10872216" cy="988243"/>
          </a:xfrm>
        </p:spPr>
        <p:txBody>
          <a:bodyPr anchor="b">
            <a:normAutofit/>
          </a:bodyPr>
          <a:lstStyle>
            <a:lvl1pPr>
              <a:defRPr sz="4000"/>
            </a:lvl1pPr>
          </a:lstStyle>
          <a:p>
            <a:r>
              <a:rPr lang="en-US" dirty="0"/>
              <a:t>Click to edit Master title style</a:t>
            </a:r>
          </a:p>
        </p:txBody>
      </p:sp>
      <p:sp>
        <p:nvSpPr>
          <p:cNvPr id="13" name="Slide Number Placeholder 5">
            <a:extLst>
              <a:ext uri="{FF2B5EF4-FFF2-40B4-BE49-F238E27FC236}">
                <a16:creationId xmlns:a16="http://schemas.microsoft.com/office/drawing/2014/main" id="{5BDE8171-69C8-B120-58D4-1407B9848CE2}"/>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dirty="0"/>
          </a:p>
        </p:txBody>
      </p:sp>
      <p:sp>
        <p:nvSpPr>
          <p:cNvPr id="3" name="Footer Placeholder 3">
            <a:extLst>
              <a:ext uri="{FF2B5EF4-FFF2-40B4-BE49-F238E27FC236}">
                <a16:creationId xmlns:a16="http://schemas.microsoft.com/office/drawing/2014/main" id="{B73D389F-7A28-F651-26AB-E5DDD5BC22EA}"/>
              </a:ext>
            </a:extLst>
          </p:cNvPr>
          <p:cNvSpPr>
            <a:spLocks noGrp="1"/>
          </p:cNvSpPr>
          <p:nvPr>
            <p:ph type="ftr" sz="quarter" idx="15"/>
          </p:nvPr>
        </p:nvSpPr>
        <p:spPr>
          <a:xfrm>
            <a:off x="934122" y="181066"/>
            <a:ext cx="3144101" cy="365125"/>
          </a:xfrm>
        </p:spPr>
        <p:txBody>
          <a:bodyPr/>
          <a:lstStyle/>
          <a:p>
            <a:r>
              <a:rPr lang="en-US"/>
              <a:t>Presentation title</a:t>
            </a:r>
            <a:endParaRPr lang="en-US" dirty="0"/>
          </a:p>
        </p:txBody>
      </p:sp>
      <p:sp>
        <p:nvSpPr>
          <p:cNvPr id="11" name="Date Placeholder 3">
            <a:extLst>
              <a:ext uri="{FF2B5EF4-FFF2-40B4-BE49-F238E27FC236}">
                <a16:creationId xmlns:a16="http://schemas.microsoft.com/office/drawing/2014/main" id="{F8DF7310-550A-F0CB-F5F2-C221FE5EEC0D}"/>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E3B5C16E-44E5-4BAF-8F36-291C3913D8C8}" type="datetime1">
              <a:rPr lang="en-US" smtClean="0"/>
              <a:t>3/12/2026</a:t>
            </a:fld>
            <a:endParaRPr lang="en-US"/>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667513" y="2584094"/>
            <a:ext cx="4654296" cy="3716122"/>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60000"/>
              <a:extLst>
                <a:ext uri="{28A0092B-C50C-407E-A947-70E740481C1C}">
                  <a14:useLocalDpi xmlns:a14="http://schemas.microsoft.com/office/drawing/2010/main" val="0"/>
                </a:ext>
              </a:extLst>
            </a:blip>
            <a:stretch>
              <a:fillRect/>
            </a:stretch>
          </a:blipFill>
        </p:spPr>
        <p:txBody>
          <a:bodyPr vert="horz" wrap="square" lIns="91440" tIns="45720" rIns="91440" bIns="45720" rtlCol="0">
            <a:noAutofit/>
          </a:bodyPr>
          <a:lstStyle>
            <a:lvl1pPr>
              <a:buNone/>
              <a:defRPr lang="en-US" dirty="0"/>
            </a:lvl1pPr>
          </a:lstStyle>
          <a:p>
            <a:pPr marL="228600" lvl="0" indent="-228600"/>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641848" y="2584094"/>
            <a:ext cx="5882640" cy="369608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6396393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7512" y="1260124"/>
            <a:ext cx="4654296" cy="1004010"/>
          </a:xfrm>
        </p:spPr>
        <p:txBody>
          <a:bodyPr anchor="t">
            <a:normAutofit/>
          </a:bodyPr>
          <a:lstStyle>
            <a:lvl1pPr>
              <a:defRPr sz="4000"/>
            </a:lvl1pPr>
          </a:lstStyle>
          <a:p>
            <a:r>
              <a:rPr lang="en-US" dirty="0"/>
              <a:t>Click to edit Master title style</a:t>
            </a:r>
          </a:p>
        </p:txBody>
      </p:sp>
      <p:sp>
        <p:nvSpPr>
          <p:cNvPr id="13" name="Slide Number Placeholder 5">
            <a:extLst>
              <a:ext uri="{FF2B5EF4-FFF2-40B4-BE49-F238E27FC236}">
                <a16:creationId xmlns:a16="http://schemas.microsoft.com/office/drawing/2014/main" id="{BABAF444-0EFC-B8EE-DF68-7CD4EEBA3A91}"/>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dirty="0"/>
          </a:p>
        </p:txBody>
      </p:sp>
      <p:sp>
        <p:nvSpPr>
          <p:cNvPr id="3" name="Footer Placeholder 3">
            <a:extLst>
              <a:ext uri="{FF2B5EF4-FFF2-40B4-BE49-F238E27FC236}">
                <a16:creationId xmlns:a16="http://schemas.microsoft.com/office/drawing/2014/main" id="{7DBC6452-8FE0-731A-B20B-59CF47CE749A}"/>
              </a:ext>
            </a:extLst>
          </p:cNvPr>
          <p:cNvSpPr>
            <a:spLocks noGrp="1"/>
          </p:cNvSpPr>
          <p:nvPr>
            <p:ph type="ftr" sz="quarter" idx="15"/>
          </p:nvPr>
        </p:nvSpPr>
        <p:spPr>
          <a:xfrm>
            <a:off x="934122" y="181066"/>
            <a:ext cx="3144101" cy="365125"/>
          </a:xfrm>
        </p:spPr>
        <p:txBody>
          <a:bodyPr/>
          <a:lstStyle/>
          <a:p>
            <a:r>
              <a:rPr lang="en-US"/>
              <a:t>Presentation title</a:t>
            </a:r>
            <a:endParaRPr lang="en-US" dirty="0"/>
          </a:p>
        </p:txBody>
      </p:sp>
      <p:sp>
        <p:nvSpPr>
          <p:cNvPr id="12" name="Date Placeholder 3">
            <a:extLst>
              <a:ext uri="{FF2B5EF4-FFF2-40B4-BE49-F238E27FC236}">
                <a16:creationId xmlns:a16="http://schemas.microsoft.com/office/drawing/2014/main" id="{1C9BACBF-74CC-DF75-A77E-6C3DBA366648}"/>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4FF032E9-B94F-48D6-9953-A37CC3DD361D}" type="datetime1">
              <a:rPr lang="en-US" smtClean="0"/>
              <a:t>3/12/2026</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67512" y="2584094"/>
            <a:ext cx="4654296" cy="3696086"/>
          </a:xfrm>
          <a:blipFill>
            <a:blip r:embed="rId2">
              <a:alphaModFix amt="6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641849" y="1260123"/>
            <a:ext cx="5882639" cy="502005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5651646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7512" y="4592116"/>
            <a:ext cx="3851146" cy="1688062"/>
          </a:xfrm>
        </p:spPr>
        <p:txBody>
          <a:bodyPr anchor="b">
            <a:normAutofit/>
          </a:bodyPr>
          <a:lstStyle>
            <a:lvl1pPr>
              <a:defRPr sz="4000"/>
            </a:lvl1pPr>
          </a:lstStyle>
          <a:p>
            <a:r>
              <a:rPr lang="en-US" dirty="0"/>
              <a:t>Click to edit Master title style</a:t>
            </a:r>
          </a:p>
        </p:txBody>
      </p:sp>
      <p:sp>
        <p:nvSpPr>
          <p:cNvPr id="13" name="Slide Number Placeholder 5">
            <a:extLst>
              <a:ext uri="{FF2B5EF4-FFF2-40B4-BE49-F238E27FC236}">
                <a16:creationId xmlns:a16="http://schemas.microsoft.com/office/drawing/2014/main" id="{D593EE06-439E-037F-0A22-AA611D80F26C}"/>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dirty="0"/>
          </a:p>
        </p:txBody>
      </p:sp>
      <p:sp>
        <p:nvSpPr>
          <p:cNvPr id="3" name="Footer Placeholder 3">
            <a:extLst>
              <a:ext uri="{FF2B5EF4-FFF2-40B4-BE49-F238E27FC236}">
                <a16:creationId xmlns:a16="http://schemas.microsoft.com/office/drawing/2014/main" id="{3613FCCC-8ADB-1A41-6DDF-0B695DF18EF3}"/>
              </a:ext>
            </a:extLst>
          </p:cNvPr>
          <p:cNvSpPr>
            <a:spLocks noGrp="1"/>
          </p:cNvSpPr>
          <p:nvPr>
            <p:ph type="ftr" sz="quarter" idx="16"/>
          </p:nvPr>
        </p:nvSpPr>
        <p:spPr>
          <a:xfrm>
            <a:off x="934122" y="181066"/>
            <a:ext cx="3144101" cy="365125"/>
          </a:xfrm>
        </p:spPr>
        <p:txBody>
          <a:bodyPr/>
          <a:lstStyle/>
          <a:p>
            <a:r>
              <a:rPr lang="en-US"/>
              <a:t>Presentation title</a:t>
            </a:r>
            <a:endParaRPr lang="en-US" dirty="0"/>
          </a:p>
        </p:txBody>
      </p:sp>
      <p:sp>
        <p:nvSpPr>
          <p:cNvPr id="12" name="Date Placeholder 3">
            <a:extLst>
              <a:ext uri="{FF2B5EF4-FFF2-40B4-BE49-F238E27FC236}">
                <a16:creationId xmlns:a16="http://schemas.microsoft.com/office/drawing/2014/main" id="{ED966141-9B99-F2D0-A663-3003B791A31C}"/>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720DC4C1-6C99-451D-B95A-6A6C83FBEA90}" type="datetime1">
              <a:rPr lang="en-US" smtClean="0"/>
              <a:t>3/12/2026</a:t>
            </a:fld>
            <a:endParaRPr lang="en-US"/>
          </a:p>
        </p:txBody>
      </p:sp>
      <p:sp>
        <p:nvSpPr>
          <p:cNvPr id="44" name="Picture Placeholder 43">
            <a:extLst>
              <a:ext uri="{FF2B5EF4-FFF2-40B4-BE49-F238E27FC236}">
                <a16:creationId xmlns:a16="http://schemas.microsoft.com/office/drawing/2014/main" id="{35F6B1E0-54AD-E2E3-07CF-89CD66B9EE36}"/>
              </a:ext>
            </a:extLst>
          </p:cNvPr>
          <p:cNvSpPr>
            <a:spLocks noGrp="1"/>
          </p:cNvSpPr>
          <p:nvPr>
            <p:ph type="pic" sz="quarter" idx="15"/>
          </p:nvPr>
        </p:nvSpPr>
        <p:spPr>
          <a:xfrm>
            <a:off x="667512" y="985802"/>
            <a:ext cx="3851146" cy="3286161"/>
          </a:xfrm>
          <a:blipFill>
            <a:blip r:embed="rId2">
              <a:alphaModFix amt="70000"/>
              <a:extLst>
                <a:ext uri="{28A0092B-C50C-407E-A947-70E740481C1C}">
                  <a14:useLocalDpi xmlns:a14="http://schemas.microsoft.com/office/drawing/2010/main" val="0"/>
                </a:ext>
              </a:extLst>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873752" y="985802"/>
            <a:ext cx="6665976" cy="52943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960979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7512" y="985802"/>
            <a:ext cx="3410710" cy="2692075"/>
          </a:xfrm>
        </p:spPr>
        <p:txBody>
          <a:bodyPr anchor="t">
            <a:normAutofit/>
          </a:bodyPr>
          <a:lstStyle>
            <a:lvl1pPr>
              <a:defRPr sz="4000"/>
            </a:lvl1pPr>
          </a:lstStyle>
          <a:p>
            <a:r>
              <a:rPr lang="en-US" dirty="0"/>
              <a:t>Click to edit Master title style</a:t>
            </a:r>
          </a:p>
        </p:txBody>
      </p:sp>
      <p:sp>
        <p:nvSpPr>
          <p:cNvPr id="13" name="Slide Number Placeholder 5">
            <a:extLst>
              <a:ext uri="{FF2B5EF4-FFF2-40B4-BE49-F238E27FC236}">
                <a16:creationId xmlns:a16="http://schemas.microsoft.com/office/drawing/2014/main" id="{D593EE06-439E-037F-0A22-AA611D80F26C}"/>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dirty="0"/>
          </a:p>
        </p:txBody>
      </p:sp>
      <p:sp>
        <p:nvSpPr>
          <p:cNvPr id="3" name="Footer Placeholder 3">
            <a:extLst>
              <a:ext uri="{FF2B5EF4-FFF2-40B4-BE49-F238E27FC236}">
                <a16:creationId xmlns:a16="http://schemas.microsoft.com/office/drawing/2014/main" id="{4237CAFE-8E53-72CD-67ED-D6FF3F989B91}"/>
              </a:ext>
            </a:extLst>
          </p:cNvPr>
          <p:cNvSpPr>
            <a:spLocks noGrp="1"/>
          </p:cNvSpPr>
          <p:nvPr>
            <p:ph type="ftr" sz="quarter" idx="16"/>
          </p:nvPr>
        </p:nvSpPr>
        <p:spPr>
          <a:xfrm>
            <a:off x="934122" y="181066"/>
            <a:ext cx="3144101" cy="365125"/>
          </a:xfrm>
        </p:spPr>
        <p:txBody>
          <a:bodyPr/>
          <a:lstStyle/>
          <a:p>
            <a:r>
              <a:rPr lang="en-US"/>
              <a:t>Presentation title</a:t>
            </a:r>
            <a:endParaRPr lang="en-US" dirty="0"/>
          </a:p>
        </p:txBody>
      </p:sp>
      <p:sp>
        <p:nvSpPr>
          <p:cNvPr id="12" name="Date Placeholder 3">
            <a:extLst>
              <a:ext uri="{FF2B5EF4-FFF2-40B4-BE49-F238E27FC236}">
                <a16:creationId xmlns:a16="http://schemas.microsoft.com/office/drawing/2014/main" id="{ED966141-9B99-F2D0-A663-3003B791A31C}"/>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720DC4C1-6C99-451D-B95A-6A6C83FBEA90}" type="datetime1">
              <a:rPr lang="en-US" smtClean="0"/>
              <a:t>3/12/2026</a:t>
            </a:fld>
            <a:endParaRPr lang="en-US"/>
          </a:p>
        </p:txBody>
      </p:sp>
      <p:sp>
        <p:nvSpPr>
          <p:cNvPr id="44" name="Picture Placeholder 43">
            <a:extLst>
              <a:ext uri="{FF2B5EF4-FFF2-40B4-BE49-F238E27FC236}">
                <a16:creationId xmlns:a16="http://schemas.microsoft.com/office/drawing/2014/main" id="{35F6B1E0-54AD-E2E3-07CF-89CD66B9EE36}"/>
              </a:ext>
            </a:extLst>
          </p:cNvPr>
          <p:cNvSpPr>
            <a:spLocks noGrp="1"/>
          </p:cNvSpPr>
          <p:nvPr>
            <p:ph type="pic" sz="quarter" idx="15"/>
          </p:nvPr>
        </p:nvSpPr>
        <p:spPr>
          <a:xfrm>
            <a:off x="667512" y="3997837"/>
            <a:ext cx="3410776" cy="2282341"/>
          </a:xfrm>
          <a:blipFill>
            <a:blip r:embed="rId2">
              <a:alphaModFix amt="70000"/>
              <a:extLst>
                <a:ext uri="{28A0092B-C50C-407E-A947-70E740481C1C}">
                  <a14:useLocalDpi xmlns:a14="http://schemas.microsoft.com/office/drawing/2010/main" val="0"/>
                </a:ext>
              </a:extLst>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398264" y="985802"/>
            <a:ext cx="7141464" cy="52943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219784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652272" y="4876801"/>
            <a:ext cx="10887456" cy="990598"/>
          </a:xfrm>
        </p:spPr>
        <p:txBody>
          <a:bodyPr anchor="t">
            <a:normAutofit/>
          </a:bodyPr>
          <a:lstStyle>
            <a:lvl1pPr algn="ctr">
              <a:lnSpc>
                <a:spcPct val="110000"/>
              </a:lnSpc>
              <a:defRPr sz="2400" b="0">
                <a:solidFill>
                  <a:schemeClr val="tx1"/>
                </a:solidFill>
                <a:latin typeface="+mn-lt"/>
              </a:defRPr>
            </a:lvl1pPr>
          </a:lstStyle>
          <a:p>
            <a:r>
              <a:rPr lang="en-US" dirty="0"/>
              <a:t>Click to edit Master title style</a:t>
            </a:r>
          </a:p>
        </p:txBody>
      </p:sp>
      <p:sp>
        <p:nvSpPr>
          <p:cNvPr id="12" name="Slide Number Placeholder 5">
            <a:extLst>
              <a:ext uri="{FF2B5EF4-FFF2-40B4-BE49-F238E27FC236}">
                <a16:creationId xmlns:a16="http://schemas.microsoft.com/office/drawing/2014/main" id="{1FF8FBE7-CB31-F823-094B-CB9EA8AAF9AF}"/>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2"/>
                </a:solidFill>
                <a:latin typeface="+mj-lt"/>
              </a:defRPr>
            </a:lvl1pPr>
          </a:lstStyle>
          <a:p>
            <a:fld id="{7ECAF3DD-865B-4F9E-8AEE-28157E83B0D8}" type="slidenum">
              <a:rPr lang="en-US" smtClean="0"/>
              <a:pPr/>
              <a:t>‹#›</a:t>
            </a:fld>
            <a:endParaRPr lang="en-US" dirty="0">
              <a:latin typeface="+mj-lt"/>
            </a:endParaRPr>
          </a:p>
        </p:txBody>
      </p:sp>
      <p:sp>
        <p:nvSpPr>
          <p:cNvPr id="4" name="Footer Placeholder 3">
            <a:extLst>
              <a:ext uri="{FF2B5EF4-FFF2-40B4-BE49-F238E27FC236}">
                <a16:creationId xmlns:a16="http://schemas.microsoft.com/office/drawing/2014/main" id="{A55B8BCE-73A3-7CA7-CC58-747C3404C3DC}"/>
              </a:ext>
            </a:extLst>
          </p:cNvPr>
          <p:cNvSpPr>
            <a:spLocks noGrp="1"/>
          </p:cNvSpPr>
          <p:nvPr>
            <p:ph type="ftr" sz="quarter" idx="15"/>
          </p:nvPr>
        </p:nvSpPr>
        <p:spPr>
          <a:xfrm>
            <a:off x="934122" y="181066"/>
            <a:ext cx="3144101" cy="365125"/>
          </a:xfrm>
        </p:spPr>
        <p:txBody>
          <a:bodyPr/>
          <a:lstStyle/>
          <a:p>
            <a:r>
              <a:rPr lang="en-US"/>
              <a:t>Presentation title</a:t>
            </a:r>
            <a:endParaRPr lang="en-US" dirty="0"/>
          </a:p>
        </p:txBody>
      </p:sp>
      <p:sp>
        <p:nvSpPr>
          <p:cNvPr id="11" name="Date Placeholder 3">
            <a:extLst>
              <a:ext uri="{FF2B5EF4-FFF2-40B4-BE49-F238E27FC236}">
                <a16:creationId xmlns:a16="http://schemas.microsoft.com/office/drawing/2014/main" id="{A1BD17B6-3206-38BE-87EC-CD9B9EE33D87}"/>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2"/>
                </a:solidFill>
                <a:latin typeface="+mj-lt"/>
              </a:defRPr>
            </a:lvl1pPr>
          </a:lstStyle>
          <a:p>
            <a:fld id="{C6450B90-FA5F-4260-B63F-4293C21AA5D8}" type="datetime1">
              <a:rPr lang="en-US" smtClean="0"/>
              <a:t>3/12/2026</a:t>
            </a:fld>
            <a:endParaRPr lang="en-US">
              <a:latin typeface="+mj-lt"/>
            </a:endParaRP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667512" y="1260123"/>
            <a:ext cx="10872216" cy="4001867"/>
          </a:xfrm>
        </p:spPr>
        <p:txBody>
          <a:bodyPr anchor="b">
            <a:normAutofit/>
          </a:bodyPr>
          <a:lstStyle>
            <a:lvl1pPr marL="0" indent="0" algn="ctr">
              <a:lnSpc>
                <a:spcPct val="90000"/>
              </a:lnSpc>
              <a:buNone/>
              <a:defRPr sz="27000" b="0">
                <a:solidFill>
                  <a:schemeClr val="tx1"/>
                </a:solidFill>
                <a:latin typeface="+mj-lt"/>
              </a:defRPr>
            </a:lvl1pPr>
          </a:lstStyle>
          <a:p>
            <a:pPr lvl="0"/>
            <a:r>
              <a:rPr lang="en-US" dirty="0"/>
              <a:t>##%</a:t>
            </a:r>
          </a:p>
        </p:txBody>
      </p:sp>
      <p:cxnSp>
        <p:nvCxnSpPr>
          <p:cNvPr id="3" name="Straight Connector 2">
            <a:extLst>
              <a:ext uri="{FF2B5EF4-FFF2-40B4-BE49-F238E27FC236}">
                <a16:creationId xmlns:a16="http://schemas.microsoft.com/office/drawing/2014/main" id="{EF6D8E38-7B87-F523-02E2-2B25CEB03608}"/>
              </a:ext>
            </a:extLst>
          </p:cNvPr>
          <p:cNvCxnSpPr>
            <a:cxnSpLocks/>
          </p:cNvCxnSpPr>
          <p:nvPr userDrawn="1"/>
        </p:nvCxnSpPr>
        <p:spPr>
          <a:xfrm>
            <a:off x="652272" y="6280179"/>
            <a:ext cx="108874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7507311"/>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Number Large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7A1B35B-8229-46A8-D790-35535AAFE220}"/>
              </a:ext>
            </a:extLst>
          </p:cNvPr>
          <p:cNvSpPr>
            <a:spLocks noGrp="1"/>
          </p:cNvSpPr>
          <p:nvPr>
            <p:ph type="title"/>
          </p:nvPr>
        </p:nvSpPr>
        <p:spPr>
          <a:xfrm>
            <a:off x="6885432" y="3588103"/>
            <a:ext cx="4654296" cy="1004011"/>
          </a:xfrm>
        </p:spPr>
        <p:txBody>
          <a:bodyPr/>
          <a:lstStyle>
            <a:lvl1pPr>
              <a:defRPr sz="1800">
                <a:latin typeface="+mn-lt"/>
              </a:defRPr>
            </a:lvl1pPr>
          </a:lstStyle>
          <a:p>
            <a:r>
              <a:rPr lang="en-US"/>
              <a:t>Click to edit Master title style</a:t>
            </a:r>
          </a:p>
        </p:txBody>
      </p:sp>
      <p:sp>
        <p:nvSpPr>
          <p:cNvPr id="12" name="Slide Number Placeholder 5">
            <a:extLst>
              <a:ext uri="{FF2B5EF4-FFF2-40B4-BE49-F238E27FC236}">
                <a16:creationId xmlns:a16="http://schemas.microsoft.com/office/drawing/2014/main" id="{4C520017-DEED-A8B1-38E4-3D9C706F4DB4}"/>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dirty="0"/>
          </a:p>
        </p:txBody>
      </p:sp>
      <p:sp>
        <p:nvSpPr>
          <p:cNvPr id="5" name="Footer Placeholder 3">
            <a:extLst>
              <a:ext uri="{FF2B5EF4-FFF2-40B4-BE49-F238E27FC236}">
                <a16:creationId xmlns:a16="http://schemas.microsoft.com/office/drawing/2014/main" id="{CEDC55A2-A0E7-BC03-FB67-1AA758AD2B75}"/>
              </a:ext>
            </a:extLst>
          </p:cNvPr>
          <p:cNvSpPr>
            <a:spLocks noGrp="1"/>
          </p:cNvSpPr>
          <p:nvPr>
            <p:ph type="ftr" sz="quarter" idx="15"/>
          </p:nvPr>
        </p:nvSpPr>
        <p:spPr>
          <a:xfrm>
            <a:off x="934122" y="181066"/>
            <a:ext cx="3144101" cy="365125"/>
          </a:xfrm>
        </p:spPr>
        <p:txBody>
          <a:bodyPr/>
          <a:lstStyle/>
          <a:p>
            <a:r>
              <a:rPr lang="en-US"/>
              <a:t>Presentation title</a:t>
            </a:r>
            <a:endParaRPr lang="en-US" dirty="0"/>
          </a:p>
        </p:txBody>
      </p:sp>
      <p:sp>
        <p:nvSpPr>
          <p:cNvPr id="11" name="Date Placeholder 3">
            <a:extLst>
              <a:ext uri="{FF2B5EF4-FFF2-40B4-BE49-F238E27FC236}">
                <a16:creationId xmlns:a16="http://schemas.microsoft.com/office/drawing/2014/main" id="{FE5AE077-DF0B-A15B-4A79-30F0A8C231DA}"/>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42AEA91B-A988-4C4E-9746-AA5ABE9BBB3F}" type="datetime1">
              <a:rPr lang="en-US" smtClean="0"/>
              <a:t>3/12/2026</a:t>
            </a:fld>
            <a:endParaRPr lang="en-US"/>
          </a:p>
        </p:txBody>
      </p:sp>
      <p:sp>
        <p:nvSpPr>
          <p:cNvPr id="58" name="Content Placeholder 6">
            <a:extLst>
              <a:ext uri="{FF2B5EF4-FFF2-40B4-BE49-F238E27FC236}">
                <a16:creationId xmlns:a16="http://schemas.microsoft.com/office/drawing/2014/main" id="{0C283261-D09F-D80B-DF02-09F283F54579}"/>
              </a:ext>
            </a:extLst>
          </p:cNvPr>
          <p:cNvSpPr>
            <a:spLocks noGrp="1"/>
          </p:cNvSpPr>
          <p:nvPr>
            <p:ph sz="quarter" idx="13" hasCustomPrompt="1"/>
          </p:nvPr>
        </p:nvSpPr>
        <p:spPr>
          <a:xfrm>
            <a:off x="667512" y="2340333"/>
            <a:ext cx="5897880" cy="2841267"/>
          </a:xfrm>
        </p:spPr>
        <p:txBody>
          <a:bodyPr anchor="b">
            <a:normAutofit/>
          </a:bodyPr>
          <a:lstStyle>
            <a:lvl1pPr marL="0" indent="0" algn="r">
              <a:lnSpc>
                <a:spcPct val="90000"/>
              </a:lnSpc>
              <a:buNone/>
              <a:defRPr sz="18800" b="0">
                <a:solidFill>
                  <a:schemeClr val="tx1"/>
                </a:solidFill>
                <a:latin typeface="+mj-lt"/>
              </a:defRPr>
            </a:lvl1pPr>
          </a:lstStyle>
          <a:p>
            <a:pPr lvl="0"/>
            <a:r>
              <a:rPr lang="en-US" dirty="0"/>
              <a:t>##%</a:t>
            </a:r>
          </a:p>
        </p:txBody>
      </p:sp>
      <p:cxnSp>
        <p:nvCxnSpPr>
          <p:cNvPr id="21" name="Straight Connector 20">
            <a:extLst>
              <a:ext uri="{FF2B5EF4-FFF2-40B4-BE49-F238E27FC236}">
                <a16:creationId xmlns:a16="http://schemas.microsoft.com/office/drawing/2014/main" id="{5F68E3B3-F766-2399-A850-117BB05D38EC}"/>
              </a:ext>
            </a:extLst>
          </p:cNvPr>
          <p:cNvCxnSpPr>
            <a:cxnSpLocks/>
          </p:cNvCxnSpPr>
          <p:nvPr userDrawn="1"/>
        </p:nvCxnSpPr>
        <p:spPr>
          <a:xfrm>
            <a:off x="652272" y="6280179"/>
            <a:ext cx="108874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51952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Number Large 3">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6998A46-1881-B476-51CF-DDBA11933195}"/>
              </a:ext>
            </a:extLst>
          </p:cNvPr>
          <p:cNvSpPr>
            <a:spLocks noGrp="1"/>
          </p:cNvSpPr>
          <p:nvPr>
            <p:ph type="title"/>
          </p:nvPr>
        </p:nvSpPr>
        <p:spPr>
          <a:xfrm>
            <a:off x="5105400" y="4953000"/>
            <a:ext cx="6434328" cy="914399"/>
          </a:xfrm>
        </p:spPr>
        <p:txBody>
          <a:bodyPr anchor="b">
            <a:normAutofit/>
          </a:bodyPr>
          <a:lstStyle>
            <a:lvl1pPr algn="r">
              <a:lnSpc>
                <a:spcPct val="110000"/>
              </a:lnSpc>
              <a:defRPr sz="2000" b="0">
                <a:solidFill>
                  <a:schemeClr val="tx1"/>
                </a:solidFill>
                <a:latin typeface="+mn-lt"/>
              </a:defRPr>
            </a:lvl1pPr>
          </a:lstStyle>
          <a:p>
            <a:r>
              <a:rPr lang="en-US" dirty="0"/>
              <a:t>Click to edit Master title style</a:t>
            </a:r>
          </a:p>
        </p:txBody>
      </p:sp>
      <p:sp>
        <p:nvSpPr>
          <p:cNvPr id="12" name="Slide Number Placeholder 5">
            <a:extLst>
              <a:ext uri="{FF2B5EF4-FFF2-40B4-BE49-F238E27FC236}">
                <a16:creationId xmlns:a16="http://schemas.microsoft.com/office/drawing/2014/main" id="{99D111AB-E6BB-B51B-3774-250F8A219559}"/>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dirty="0"/>
          </a:p>
        </p:txBody>
      </p:sp>
      <p:sp>
        <p:nvSpPr>
          <p:cNvPr id="5" name="Footer Placeholder 3">
            <a:extLst>
              <a:ext uri="{FF2B5EF4-FFF2-40B4-BE49-F238E27FC236}">
                <a16:creationId xmlns:a16="http://schemas.microsoft.com/office/drawing/2014/main" id="{2086923B-C836-873F-BA3F-1171CEF3818C}"/>
              </a:ext>
            </a:extLst>
          </p:cNvPr>
          <p:cNvSpPr>
            <a:spLocks noGrp="1"/>
          </p:cNvSpPr>
          <p:nvPr>
            <p:ph type="ftr" sz="quarter" idx="15"/>
          </p:nvPr>
        </p:nvSpPr>
        <p:spPr>
          <a:xfrm>
            <a:off x="934122" y="181066"/>
            <a:ext cx="3144101" cy="365125"/>
          </a:xfrm>
        </p:spPr>
        <p:txBody>
          <a:bodyPr/>
          <a:lstStyle/>
          <a:p>
            <a:r>
              <a:rPr lang="en-US"/>
              <a:t>Presentation title</a:t>
            </a:r>
            <a:endParaRPr lang="en-US" dirty="0"/>
          </a:p>
        </p:txBody>
      </p:sp>
      <p:sp>
        <p:nvSpPr>
          <p:cNvPr id="11" name="Date Placeholder 3">
            <a:extLst>
              <a:ext uri="{FF2B5EF4-FFF2-40B4-BE49-F238E27FC236}">
                <a16:creationId xmlns:a16="http://schemas.microsoft.com/office/drawing/2014/main" id="{3DD07E36-A89A-C684-334C-95E913FD7AF7}"/>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767A4C6E-5706-496D-877F-B4C57BC6FFA4}" type="datetime1">
              <a:rPr lang="en-US" smtClean="0"/>
              <a:t>3/12/2026</a:t>
            </a:fld>
            <a:endParaRPr lang="en-US"/>
          </a:p>
        </p:txBody>
      </p:sp>
      <p:sp>
        <p:nvSpPr>
          <p:cNvPr id="8" name="Content Placeholder 7">
            <a:extLst>
              <a:ext uri="{FF2B5EF4-FFF2-40B4-BE49-F238E27FC236}">
                <a16:creationId xmlns:a16="http://schemas.microsoft.com/office/drawing/2014/main" id="{0A625DF0-C949-7B52-0DA5-761A193DD143}"/>
              </a:ext>
            </a:extLst>
          </p:cNvPr>
          <p:cNvSpPr>
            <a:spLocks noGrp="1"/>
          </p:cNvSpPr>
          <p:nvPr>
            <p:ph sz="quarter" idx="16" hasCustomPrompt="1"/>
          </p:nvPr>
        </p:nvSpPr>
        <p:spPr>
          <a:xfrm>
            <a:off x="667512" y="1260122"/>
            <a:ext cx="8567928" cy="3321050"/>
          </a:xfrm>
        </p:spPr>
        <p:txBody>
          <a:bodyPr lIns="0" anchor="t"/>
          <a:lstStyle>
            <a:lvl1pPr marL="0" indent="0">
              <a:lnSpc>
                <a:spcPct val="90000"/>
              </a:lnSpc>
              <a:buNone/>
              <a:defRPr sz="27000" baseline="0">
                <a:latin typeface="+mj-lt"/>
              </a:defRPr>
            </a:lvl1pPr>
          </a:lstStyle>
          <a:p>
            <a:pPr lvl="0"/>
            <a:r>
              <a:rPr lang="en-US" dirty="0"/>
              <a:t>##%</a:t>
            </a:r>
          </a:p>
        </p:txBody>
      </p:sp>
      <p:cxnSp>
        <p:nvCxnSpPr>
          <p:cNvPr id="23" name="Straight Connector 22">
            <a:extLst>
              <a:ext uri="{FF2B5EF4-FFF2-40B4-BE49-F238E27FC236}">
                <a16:creationId xmlns:a16="http://schemas.microsoft.com/office/drawing/2014/main" id="{D5CE8610-8DAD-B42F-CE17-9A61CF604E32}"/>
              </a:ext>
            </a:extLst>
          </p:cNvPr>
          <p:cNvCxnSpPr>
            <a:cxnSpLocks/>
          </p:cNvCxnSpPr>
          <p:nvPr userDrawn="1"/>
        </p:nvCxnSpPr>
        <p:spPr>
          <a:xfrm>
            <a:off x="652272" y="6280179"/>
            <a:ext cx="108874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856641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Number Large 4">
    <p:bg>
      <p:bgRef idx="1001">
        <a:schemeClr val="bg1"/>
      </p:bgRef>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9A1D4649-10A0-CD50-74CC-45C45343A27B}"/>
              </a:ext>
            </a:extLst>
          </p:cNvPr>
          <p:cNvSpPr>
            <a:spLocks noGrp="1"/>
          </p:cNvSpPr>
          <p:nvPr>
            <p:ph type="title"/>
          </p:nvPr>
        </p:nvSpPr>
        <p:spPr>
          <a:xfrm>
            <a:off x="667512" y="1260121"/>
            <a:ext cx="6434328" cy="914399"/>
          </a:xfrm>
        </p:spPr>
        <p:txBody>
          <a:bodyPr anchor="t"/>
          <a:lstStyle>
            <a:lvl1pPr>
              <a:lnSpc>
                <a:spcPct val="110000"/>
              </a:lnSpc>
              <a:defRPr sz="2000">
                <a:latin typeface="+mn-lt"/>
              </a:defRPr>
            </a:lvl1pPr>
          </a:lstStyle>
          <a:p>
            <a:r>
              <a:rPr lang="en-US"/>
              <a:t>Click to edit Master title style</a:t>
            </a:r>
          </a:p>
        </p:txBody>
      </p:sp>
      <p:sp>
        <p:nvSpPr>
          <p:cNvPr id="7" name="Slide Number Placeholder 6">
            <a:extLst>
              <a:ext uri="{FF2B5EF4-FFF2-40B4-BE49-F238E27FC236}">
                <a16:creationId xmlns:a16="http://schemas.microsoft.com/office/drawing/2014/main" id="{1DCF3C09-A143-7C58-8361-A1A30E09BB7E}"/>
              </a:ext>
            </a:extLst>
          </p:cNvPr>
          <p:cNvSpPr>
            <a:spLocks noGrp="1"/>
          </p:cNvSpPr>
          <p:nvPr>
            <p:ph type="sldNum" sz="quarter" idx="17"/>
          </p:nvPr>
        </p:nvSpPr>
        <p:spPr/>
        <p:txBody>
          <a:bodyPr/>
          <a:lstStyle/>
          <a:p>
            <a:fld id="{7ECAF3DD-865B-4F9E-8AEE-28157E83B0D8}" type="slidenum">
              <a:rPr lang="en-US" smtClean="0"/>
              <a:pPr/>
              <a:t>‹#›</a:t>
            </a:fld>
            <a:endParaRPr lang="en-US" dirty="0"/>
          </a:p>
        </p:txBody>
      </p:sp>
      <p:sp>
        <p:nvSpPr>
          <p:cNvPr id="6" name="Footer Placeholder 5">
            <a:extLst>
              <a:ext uri="{FF2B5EF4-FFF2-40B4-BE49-F238E27FC236}">
                <a16:creationId xmlns:a16="http://schemas.microsoft.com/office/drawing/2014/main" id="{3D7C42FF-AD7C-F8F7-C545-16F1396B0414}"/>
              </a:ext>
            </a:extLst>
          </p:cNvPr>
          <p:cNvSpPr>
            <a:spLocks noGrp="1"/>
          </p:cNvSpPr>
          <p:nvPr>
            <p:ph type="ftr" sz="quarter" idx="16"/>
          </p:nvPr>
        </p:nvSpPr>
        <p:spPr/>
        <p:txBody>
          <a:bodyPr/>
          <a:lstStyle/>
          <a:p>
            <a:r>
              <a:rPr lang="en-US"/>
              <a:t>Presentation title</a:t>
            </a:r>
            <a:endParaRPr lang="en-US" dirty="0"/>
          </a:p>
        </p:txBody>
      </p:sp>
      <p:sp>
        <p:nvSpPr>
          <p:cNvPr id="5" name="Date Placeholder 4">
            <a:extLst>
              <a:ext uri="{FF2B5EF4-FFF2-40B4-BE49-F238E27FC236}">
                <a16:creationId xmlns:a16="http://schemas.microsoft.com/office/drawing/2014/main" id="{270864F6-5492-7E93-732A-79871A38F6A2}"/>
              </a:ext>
            </a:extLst>
          </p:cNvPr>
          <p:cNvSpPr>
            <a:spLocks noGrp="1"/>
          </p:cNvSpPr>
          <p:nvPr>
            <p:ph type="dt" sz="half" idx="15"/>
          </p:nvPr>
        </p:nvSpPr>
        <p:spPr/>
        <p:txBody>
          <a:bodyPr/>
          <a:lstStyle/>
          <a:p>
            <a:fld id="{DEE4FD85-5D6D-4FA4-A373-26EC0F227592}" type="datetime1">
              <a:rPr lang="en-US" smtClean="0"/>
              <a:pPr/>
              <a:t>3/12/2026</a:t>
            </a:fld>
            <a:endParaRPr lang="en-US"/>
          </a:p>
        </p:txBody>
      </p:sp>
      <p:sp>
        <p:nvSpPr>
          <p:cNvPr id="8" name="Content Placeholder 6">
            <a:extLst>
              <a:ext uri="{FF2B5EF4-FFF2-40B4-BE49-F238E27FC236}">
                <a16:creationId xmlns:a16="http://schemas.microsoft.com/office/drawing/2014/main" id="{DF5EC54E-20FB-F3A9-2BC4-1F199E02BBFE}"/>
              </a:ext>
            </a:extLst>
          </p:cNvPr>
          <p:cNvSpPr>
            <a:spLocks noGrp="1"/>
          </p:cNvSpPr>
          <p:nvPr>
            <p:ph sz="quarter" idx="14" hasCustomPrompt="1"/>
          </p:nvPr>
        </p:nvSpPr>
        <p:spPr>
          <a:xfrm>
            <a:off x="667512" y="2867038"/>
            <a:ext cx="10872216" cy="3803080"/>
          </a:xfrm>
        </p:spPr>
        <p:txBody>
          <a:bodyPr anchor="b">
            <a:normAutofit/>
          </a:bodyPr>
          <a:lstStyle>
            <a:lvl1pPr marL="0" indent="0" algn="r">
              <a:lnSpc>
                <a:spcPct val="90000"/>
              </a:lnSpc>
              <a:buNone/>
              <a:defRPr sz="27000" b="0">
                <a:solidFill>
                  <a:schemeClr val="tx1"/>
                </a:solidFill>
                <a:latin typeface="+mj-lt"/>
              </a:defRPr>
            </a:lvl1pPr>
          </a:lstStyle>
          <a:p>
            <a:pPr lvl="0"/>
            <a:r>
              <a:rPr lang="en-US" dirty="0"/>
              <a:t>##%</a:t>
            </a:r>
          </a:p>
        </p:txBody>
      </p:sp>
      <p:cxnSp>
        <p:nvCxnSpPr>
          <p:cNvPr id="2" name="Straight Connector 1">
            <a:extLst>
              <a:ext uri="{FF2B5EF4-FFF2-40B4-BE49-F238E27FC236}">
                <a16:creationId xmlns:a16="http://schemas.microsoft.com/office/drawing/2014/main" id="{0B48B3D8-4B19-BAF5-1D40-0762FE6DB9DE}"/>
              </a:ext>
            </a:extLst>
          </p:cNvPr>
          <p:cNvCxnSpPr>
            <a:cxnSpLocks/>
          </p:cNvCxnSpPr>
          <p:nvPr userDrawn="1"/>
        </p:nvCxnSpPr>
        <p:spPr>
          <a:xfrm>
            <a:off x="652272" y="6280179"/>
            <a:ext cx="108874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8701038"/>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tatem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bg1"/>
                </a:solidFill>
              </a:defRPr>
            </a:lvl1pPr>
          </a:lstStyle>
          <a:p>
            <a:r>
              <a:rPr lang="en-US"/>
              <a:t>Click to edit Master title style</a:t>
            </a:r>
            <a:endParaRPr lang="en-US" dirty="0"/>
          </a:p>
        </p:txBody>
      </p:sp>
      <p:sp>
        <p:nvSpPr>
          <p:cNvPr id="6" name="Slide Number Placeholder 5">
            <a:extLst>
              <a:ext uri="{FF2B5EF4-FFF2-40B4-BE49-F238E27FC236}">
                <a16:creationId xmlns:a16="http://schemas.microsoft.com/office/drawing/2014/main" id="{C953C7CD-28CA-A697-2C6E-4988B96F1599}"/>
              </a:ext>
            </a:extLst>
          </p:cNvPr>
          <p:cNvSpPr>
            <a:spLocks noGrp="1"/>
          </p:cNvSpPr>
          <p:nvPr>
            <p:ph type="sldNum" sz="quarter" idx="16"/>
          </p:nvPr>
        </p:nvSpPr>
        <p:spPr/>
        <p:txBody>
          <a:bodyPr/>
          <a:lstStyle/>
          <a:p>
            <a:fld id="{7ECAF3DD-865B-4F9E-8AEE-28157E83B0D8}" type="slidenum">
              <a:rPr lang="en-US" smtClean="0"/>
              <a:pPr/>
              <a:t>‹#›</a:t>
            </a:fld>
            <a:endParaRPr lang="en-US" dirty="0"/>
          </a:p>
        </p:txBody>
      </p:sp>
      <p:sp>
        <p:nvSpPr>
          <p:cNvPr id="5" name="Footer Placeholder 4">
            <a:extLst>
              <a:ext uri="{FF2B5EF4-FFF2-40B4-BE49-F238E27FC236}">
                <a16:creationId xmlns:a16="http://schemas.microsoft.com/office/drawing/2014/main" id="{71FA6BF3-667A-870C-5D19-51619AB6B277}"/>
              </a:ext>
            </a:extLst>
          </p:cNvPr>
          <p:cNvSpPr>
            <a:spLocks noGrp="1"/>
          </p:cNvSpPr>
          <p:nvPr>
            <p:ph type="ftr" sz="quarter" idx="15"/>
          </p:nvPr>
        </p:nvSpPr>
        <p:spPr/>
        <p:txBody>
          <a:bodyPr/>
          <a:lstStyle/>
          <a:p>
            <a:r>
              <a:rPr lang="en-US"/>
              <a:t>Presentation title</a:t>
            </a:r>
            <a:endParaRPr lang="en-US" dirty="0"/>
          </a:p>
        </p:txBody>
      </p:sp>
      <p:sp>
        <p:nvSpPr>
          <p:cNvPr id="4" name="Date Placeholder 3">
            <a:extLst>
              <a:ext uri="{FF2B5EF4-FFF2-40B4-BE49-F238E27FC236}">
                <a16:creationId xmlns:a16="http://schemas.microsoft.com/office/drawing/2014/main" id="{1FD420FB-9218-95EB-46B9-29FD0F851C00}"/>
              </a:ext>
            </a:extLst>
          </p:cNvPr>
          <p:cNvSpPr>
            <a:spLocks noGrp="1"/>
          </p:cNvSpPr>
          <p:nvPr>
            <p:ph type="dt" sz="half" idx="14"/>
          </p:nvPr>
        </p:nvSpPr>
        <p:spPr/>
        <p:txBody>
          <a:bodyPr/>
          <a:lstStyle/>
          <a:p>
            <a:fld id="{DEE4FD85-5D6D-4FA4-A373-26EC0F227592}" type="datetime1">
              <a:rPr lang="en-US" smtClean="0"/>
              <a:pPr/>
              <a:t>3/12/2026</a:t>
            </a:fld>
            <a:endParaRPr lang="en-US"/>
          </a:p>
        </p:txBody>
      </p:sp>
      <p:sp>
        <p:nvSpPr>
          <p:cNvPr id="9" name="Content Placeholder 8">
            <a:extLst>
              <a:ext uri="{FF2B5EF4-FFF2-40B4-BE49-F238E27FC236}">
                <a16:creationId xmlns:a16="http://schemas.microsoft.com/office/drawing/2014/main" id="{B3DC45E6-A328-ED2E-0067-FADFC532E1C0}"/>
              </a:ext>
            </a:extLst>
          </p:cNvPr>
          <p:cNvSpPr>
            <a:spLocks noGrp="1"/>
          </p:cNvSpPr>
          <p:nvPr>
            <p:ph sz="quarter" idx="17" hasCustomPrompt="1"/>
          </p:nvPr>
        </p:nvSpPr>
        <p:spPr>
          <a:xfrm>
            <a:off x="667512" y="2263803"/>
            <a:ext cx="10872216" cy="4016375"/>
          </a:xfrm>
        </p:spPr>
        <p:txBody>
          <a:bodyPr>
            <a:noAutofit/>
          </a:bodyPr>
          <a:lstStyle>
            <a:lvl1pPr marL="0" indent="0">
              <a:lnSpc>
                <a:spcPct val="90000"/>
              </a:lnSpc>
              <a:buNone/>
              <a:defRPr sz="6600" b="1"/>
            </a:lvl1pPr>
            <a:lvl2pPr>
              <a:lnSpc>
                <a:spcPct val="90000"/>
              </a:lnSpc>
              <a:buNone/>
              <a:defRPr sz="6000" b="1"/>
            </a:lvl2pPr>
            <a:lvl3pPr>
              <a:lnSpc>
                <a:spcPct val="90000"/>
              </a:lnSpc>
              <a:buNone/>
              <a:defRPr sz="5400" b="1"/>
            </a:lvl3pPr>
            <a:lvl4pPr>
              <a:lnSpc>
                <a:spcPct val="90000"/>
              </a:lnSpc>
              <a:buNone/>
              <a:defRPr sz="4800" b="1"/>
            </a:lvl4pPr>
            <a:lvl5pPr>
              <a:lnSpc>
                <a:spcPct val="90000"/>
              </a:lnSpc>
              <a:buNone/>
              <a:defRPr sz="44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67881912"/>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5" name="Slide Number Placeholder 4">
            <a:extLst>
              <a:ext uri="{FF2B5EF4-FFF2-40B4-BE49-F238E27FC236}">
                <a16:creationId xmlns:a16="http://schemas.microsoft.com/office/drawing/2014/main" id="{32F02D43-D898-074B-2F4A-2E266C52B977}"/>
              </a:ext>
            </a:extLst>
          </p:cNvPr>
          <p:cNvSpPr>
            <a:spLocks noGrp="1"/>
          </p:cNvSpPr>
          <p:nvPr>
            <p:ph type="sldNum" sz="quarter" idx="16"/>
          </p:nvPr>
        </p:nvSpPr>
        <p:spPr/>
        <p:txBody>
          <a:bodyPr/>
          <a:lstStyle/>
          <a:p>
            <a:fld id="{7ECAF3DD-865B-4F9E-8AEE-28157E83B0D8}" type="slidenum">
              <a:rPr lang="en-US" smtClean="0"/>
              <a:pPr/>
              <a:t>‹#›</a:t>
            </a:fld>
            <a:endParaRPr lang="en-US" dirty="0"/>
          </a:p>
        </p:txBody>
      </p:sp>
      <p:sp>
        <p:nvSpPr>
          <p:cNvPr id="4" name="Footer Placeholder 3">
            <a:extLst>
              <a:ext uri="{FF2B5EF4-FFF2-40B4-BE49-F238E27FC236}">
                <a16:creationId xmlns:a16="http://schemas.microsoft.com/office/drawing/2014/main" id="{EFCA496B-7B93-03B1-B65E-BA8867738947}"/>
              </a:ext>
            </a:extLst>
          </p:cNvPr>
          <p:cNvSpPr>
            <a:spLocks noGrp="1"/>
          </p:cNvSpPr>
          <p:nvPr>
            <p:ph type="ftr" sz="quarter" idx="15"/>
          </p:nvPr>
        </p:nvSpPr>
        <p:spPr/>
        <p:txBody>
          <a:bodyPr/>
          <a:lstStyle/>
          <a:p>
            <a:r>
              <a:rPr lang="en-US"/>
              <a:t>Presentation title</a:t>
            </a:r>
            <a:endParaRPr lang="en-US" dirty="0"/>
          </a:p>
        </p:txBody>
      </p:sp>
      <p:sp>
        <p:nvSpPr>
          <p:cNvPr id="3" name="Date Placeholder 2">
            <a:extLst>
              <a:ext uri="{FF2B5EF4-FFF2-40B4-BE49-F238E27FC236}">
                <a16:creationId xmlns:a16="http://schemas.microsoft.com/office/drawing/2014/main" id="{6D8DF7A4-E0F3-8D7E-0ABC-3BCF9DE309F4}"/>
              </a:ext>
            </a:extLst>
          </p:cNvPr>
          <p:cNvSpPr>
            <a:spLocks noGrp="1"/>
          </p:cNvSpPr>
          <p:nvPr>
            <p:ph type="dt" sz="half" idx="14"/>
          </p:nvPr>
        </p:nvSpPr>
        <p:spPr/>
        <p:txBody>
          <a:bodyPr/>
          <a:lstStyle/>
          <a:p>
            <a:fld id="{DEE4FD85-5D6D-4FA4-A373-26EC0F227592}" type="datetime1">
              <a:rPr lang="en-US" smtClean="0"/>
              <a:pPr/>
              <a:t>3/12/2026</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67512" y="2584093"/>
            <a:ext cx="7141464" cy="3696085"/>
          </a:xfrm>
        </p:spPr>
        <p:txBody>
          <a:bodyPr anchor="b">
            <a:noAutofit/>
          </a:bodyPr>
          <a:lstStyle>
            <a:lvl1pPr marL="0" indent="0">
              <a:lnSpc>
                <a:spcPct val="80000"/>
              </a:lnSpc>
              <a:buNone/>
              <a:defRPr sz="5400" b="1">
                <a:solidFill>
                  <a:schemeClr val="tx1"/>
                </a:solidFill>
              </a:defRPr>
            </a:lvl1pPr>
            <a:lvl2pPr marL="228600" indent="0">
              <a:lnSpc>
                <a:spcPct val="80000"/>
              </a:lnSpc>
              <a:buNone/>
              <a:defRPr sz="4800" b="1">
                <a:solidFill>
                  <a:schemeClr val="tx1"/>
                </a:solidFill>
              </a:defRPr>
            </a:lvl2pPr>
            <a:lvl3pPr marL="457200" indent="0">
              <a:lnSpc>
                <a:spcPct val="80000"/>
              </a:lnSpc>
              <a:buNone/>
              <a:defRPr sz="4400" b="1">
                <a:solidFill>
                  <a:schemeClr val="tx1"/>
                </a:solidFill>
              </a:defRPr>
            </a:lvl3pPr>
            <a:lvl4pPr marL="685800" indent="0">
              <a:lnSpc>
                <a:spcPct val="80000"/>
              </a:lnSpc>
              <a:buNone/>
              <a:defRPr sz="4000" b="1">
                <a:solidFill>
                  <a:schemeClr val="tx1"/>
                </a:solidFill>
              </a:defRPr>
            </a:lvl4pPr>
            <a:lvl5pPr marL="914400" indent="0">
              <a:lnSpc>
                <a:spcPct val="80000"/>
              </a:lnSpc>
              <a:buNone/>
              <a:defRPr sz="3600" b="1">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3087309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cxnSp>
        <p:nvCxnSpPr>
          <p:cNvPr id="23" name="Straight Connector 22">
            <a:extLst>
              <a:ext uri="{FF2B5EF4-FFF2-40B4-BE49-F238E27FC236}">
                <a16:creationId xmlns:a16="http://schemas.microsoft.com/office/drawing/2014/main" id="{26F1BA4B-6C36-0F18-9372-DA7A5F1C85C2}"/>
              </a:ext>
            </a:extLst>
          </p:cNvPr>
          <p:cNvCxnSpPr>
            <a:cxnSpLocks/>
          </p:cNvCxnSpPr>
          <p:nvPr userDrawn="1"/>
        </p:nvCxnSpPr>
        <p:spPr>
          <a:xfrm>
            <a:off x="652272" y="6280179"/>
            <a:ext cx="108874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026092CA-ECA9-8DE8-53B7-CDFBCE831DCE}"/>
              </a:ext>
            </a:extLst>
          </p:cNvPr>
          <p:cNvSpPr>
            <a:spLocks noGrp="1"/>
          </p:cNvSpPr>
          <p:nvPr>
            <p:ph type="sldNum" sz="quarter" idx="16"/>
          </p:nvPr>
        </p:nvSpPr>
        <p:spPr/>
        <p:txBody>
          <a:bodyPr/>
          <a:lstStyle/>
          <a:p>
            <a:fld id="{7ECAF3DD-865B-4F9E-8AEE-28157E83B0D8}" type="slidenum">
              <a:rPr lang="en-US" smtClean="0"/>
              <a:pPr/>
              <a:t>‹#›</a:t>
            </a:fld>
            <a:endParaRPr lang="en-US" dirty="0"/>
          </a:p>
        </p:txBody>
      </p:sp>
      <p:sp>
        <p:nvSpPr>
          <p:cNvPr id="4" name="Footer Placeholder 3">
            <a:extLst>
              <a:ext uri="{FF2B5EF4-FFF2-40B4-BE49-F238E27FC236}">
                <a16:creationId xmlns:a16="http://schemas.microsoft.com/office/drawing/2014/main" id="{5E4674DE-B35B-F149-D476-49F8B87CF1B3}"/>
              </a:ext>
            </a:extLst>
          </p:cNvPr>
          <p:cNvSpPr>
            <a:spLocks noGrp="1"/>
          </p:cNvSpPr>
          <p:nvPr>
            <p:ph type="ftr" sz="quarter" idx="15"/>
          </p:nvPr>
        </p:nvSpPr>
        <p:spPr/>
        <p:txBody>
          <a:bodyPr/>
          <a:lstStyle/>
          <a:p>
            <a:r>
              <a:rPr lang="en-US"/>
              <a:t>Presentation title</a:t>
            </a:r>
            <a:endParaRPr lang="en-US" dirty="0"/>
          </a:p>
        </p:txBody>
      </p:sp>
      <p:sp>
        <p:nvSpPr>
          <p:cNvPr id="3" name="Date Placeholder 2">
            <a:extLst>
              <a:ext uri="{FF2B5EF4-FFF2-40B4-BE49-F238E27FC236}">
                <a16:creationId xmlns:a16="http://schemas.microsoft.com/office/drawing/2014/main" id="{B2470E04-C92A-571D-EE15-1EA7F7A15C32}"/>
              </a:ext>
            </a:extLst>
          </p:cNvPr>
          <p:cNvSpPr>
            <a:spLocks noGrp="1"/>
          </p:cNvSpPr>
          <p:nvPr>
            <p:ph type="dt" sz="half" idx="14"/>
          </p:nvPr>
        </p:nvSpPr>
        <p:spPr/>
        <p:txBody>
          <a:bodyPr/>
          <a:lstStyle/>
          <a:p>
            <a:fld id="{DEE4FD85-5D6D-4FA4-A373-26EC0F227592}" type="datetime1">
              <a:rPr lang="en-US" smtClean="0"/>
              <a:pPr/>
              <a:t>3/12/2026</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911096" y="1260123"/>
            <a:ext cx="8385048" cy="4336005"/>
          </a:xfrm>
        </p:spPr>
        <p:txBody>
          <a:bodyPr anchor="ctr">
            <a:noAutofit/>
          </a:bodyPr>
          <a:lstStyle>
            <a:lvl1pPr marL="0" indent="0" algn="ctr">
              <a:lnSpc>
                <a:spcPct val="80000"/>
              </a:lnSpc>
              <a:buNone/>
              <a:defRPr sz="5400" b="1"/>
            </a:lvl1pPr>
            <a:lvl2pPr marL="228600" indent="0" algn="ctr">
              <a:lnSpc>
                <a:spcPct val="80000"/>
              </a:lnSpc>
              <a:buNone/>
              <a:defRPr sz="4800" b="1"/>
            </a:lvl2pPr>
            <a:lvl3pPr marL="457200" indent="0" algn="ctr">
              <a:lnSpc>
                <a:spcPct val="80000"/>
              </a:lnSpc>
              <a:buNone/>
              <a:defRPr sz="4400" b="1"/>
            </a:lvl3pPr>
            <a:lvl4pPr marL="685800" indent="0" algn="ctr">
              <a:lnSpc>
                <a:spcPct val="80000"/>
              </a:lnSpc>
              <a:buNone/>
              <a:defRPr sz="4000" b="1"/>
            </a:lvl4pPr>
            <a:lvl5pPr marL="914400" indent="0" algn="ctr">
              <a:lnSpc>
                <a:spcPct val="80000"/>
              </a:lnSpc>
              <a:buNone/>
              <a:defRPr sz="36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61637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em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cxnSp>
        <p:nvCxnSpPr>
          <p:cNvPr id="23" name="Straight Connector 22">
            <a:extLst>
              <a:ext uri="{FF2B5EF4-FFF2-40B4-BE49-F238E27FC236}">
                <a16:creationId xmlns:a16="http://schemas.microsoft.com/office/drawing/2014/main" id="{79794304-0909-E703-ABD0-A8D3AA1D3CCB}"/>
              </a:ext>
            </a:extLst>
          </p:cNvPr>
          <p:cNvCxnSpPr>
            <a:cxnSpLocks/>
          </p:cNvCxnSpPr>
          <p:nvPr userDrawn="1"/>
        </p:nvCxnSpPr>
        <p:spPr>
          <a:xfrm>
            <a:off x="652272" y="6280179"/>
            <a:ext cx="108874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591B9D34-540A-0829-F717-D8DDCD95ED26}"/>
              </a:ext>
            </a:extLst>
          </p:cNvPr>
          <p:cNvSpPr>
            <a:spLocks noGrp="1"/>
          </p:cNvSpPr>
          <p:nvPr>
            <p:ph type="sldNum" sz="quarter" idx="17"/>
          </p:nvPr>
        </p:nvSpPr>
        <p:spPr/>
        <p:txBody>
          <a:bodyPr/>
          <a:lstStyle/>
          <a:p>
            <a:fld id="{7ECAF3DD-865B-4F9E-8AEE-28157E83B0D8}" type="slidenum">
              <a:rPr lang="en-US" smtClean="0"/>
              <a:pPr/>
              <a:t>‹#›</a:t>
            </a:fld>
            <a:endParaRPr lang="en-US" dirty="0"/>
          </a:p>
        </p:txBody>
      </p:sp>
      <p:sp>
        <p:nvSpPr>
          <p:cNvPr id="4" name="Footer Placeholder 3">
            <a:extLst>
              <a:ext uri="{FF2B5EF4-FFF2-40B4-BE49-F238E27FC236}">
                <a16:creationId xmlns:a16="http://schemas.microsoft.com/office/drawing/2014/main" id="{2DB738BA-7842-B75F-DB1F-0E8B3174D122}"/>
              </a:ext>
            </a:extLst>
          </p:cNvPr>
          <p:cNvSpPr>
            <a:spLocks noGrp="1"/>
          </p:cNvSpPr>
          <p:nvPr>
            <p:ph type="ftr" sz="quarter" idx="16"/>
          </p:nvPr>
        </p:nvSpPr>
        <p:spPr/>
        <p:txBody>
          <a:bodyPr/>
          <a:lstStyle/>
          <a:p>
            <a:r>
              <a:rPr lang="en-US"/>
              <a:t>Presentation title</a:t>
            </a:r>
            <a:endParaRPr lang="en-US" dirty="0"/>
          </a:p>
        </p:txBody>
      </p:sp>
      <p:sp>
        <p:nvSpPr>
          <p:cNvPr id="3" name="Date Placeholder 2">
            <a:extLst>
              <a:ext uri="{FF2B5EF4-FFF2-40B4-BE49-F238E27FC236}">
                <a16:creationId xmlns:a16="http://schemas.microsoft.com/office/drawing/2014/main" id="{D7DC4253-2B14-9D47-A10A-ABC853ABD5FE}"/>
              </a:ext>
            </a:extLst>
          </p:cNvPr>
          <p:cNvSpPr>
            <a:spLocks noGrp="1"/>
          </p:cNvSpPr>
          <p:nvPr>
            <p:ph type="dt" sz="half" idx="15"/>
          </p:nvPr>
        </p:nvSpPr>
        <p:spPr/>
        <p:txBody>
          <a:bodyPr/>
          <a:lstStyle/>
          <a:p>
            <a:fld id="{DEE4FD85-5D6D-4FA4-A373-26EC0F227592}" type="datetime1">
              <a:rPr lang="en-US" smtClean="0"/>
              <a:pPr/>
              <a:t>3/12/2026</a:t>
            </a:fld>
            <a:endParaRPr lang="en-US"/>
          </a:p>
        </p:txBody>
      </p:sp>
      <p:sp>
        <p:nvSpPr>
          <p:cNvPr id="8" name="Content Placeholder 7">
            <a:extLst>
              <a:ext uri="{FF2B5EF4-FFF2-40B4-BE49-F238E27FC236}">
                <a16:creationId xmlns:a16="http://schemas.microsoft.com/office/drawing/2014/main" id="{3F6E1CB6-4A50-1364-430B-EF249B6D0012}"/>
              </a:ext>
            </a:extLst>
          </p:cNvPr>
          <p:cNvSpPr>
            <a:spLocks noGrp="1"/>
          </p:cNvSpPr>
          <p:nvPr>
            <p:ph sz="quarter" idx="14" hasCustomPrompt="1"/>
          </p:nvPr>
        </p:nvSpPr>
        <p:spPr>
          <a:xfrm>
            <a:off x="667512" y="1260123"/>
            <a:ext cx="10856976" cy="4378678"/>
          </a:xfrm>
        </p:spPr>
        <p:txBody>
          <a:bodyPr anchor="ctr">
            <a:noAutofit/>
          </a:bodyPr>
          <a:lstStyle>
            <a:lvl1pPr marL="0" indent="0" algn="ctr">
              <a:lnSpc>
                <a:spcPct val="80000"/>
              </a:lnSpc>
              <a:buNone/>
              <a:defRPr sz="6600" b="1">
                <a:solidFill>
                  <a:schemeClr val="tx1"/>
                </a:solidFill>
              </a:defRPr>
            </a:lvl1pPr>
            <a:lvl2pPr marL="228600" indent="0" algn="ctr">
              <a:lnSpc>
                <a:spcPct val="80000"/>
              </a:lnSpc>
              <a:buNone/>
              <a:defRPr sz="6600" b="1">
                <a:solidFill>
                  <a:schemeClr val="tx1"/>
                </a:solidFill>
              </a:defRPr>
            </a:lvl2pPr>
            <a:lvl3pPr marL="457200" indent="0" algn="ctr">
              <a:lnSpc>
                <a:spcPct val="80000"/>
              </a:lnSpc>
              <a:buNone/>
              <a:defRPr sz="6600" b="1">
                <a:solidFill>
                  <a:schemeClr val="tx1"/>
                </a:solidFill>
              </a:defRPr>
            </a:lvl3pPr>
            <a:lvl4pPr marL="685800" indent="0" algn="ctr">
              <a:lnSpc>
                <a:spcPct val="80000"/>
              </a:lnSpc>
              <a:buNone/>
              <a:defRPr sz="6600" b="1">
                <a:solidFill>
                  <a:schemeClr val="tx1"/>
                </a:solidFill>
              </a:defRPr>
            </a:lvl4pPr>
            <a:lvl5pPr marL="914400" indent="0" algn="ctr">
              <a:lnSpc>
                <a:spcPct val="80000"/>
              </a:lnSpc>
              <a:buNone/>
              <a:defRPr sz="6600" b="1">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0351828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Statement 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bg1"/>
                </a:solidFill>
              </a:defRPr>
            </a:lvl1pPr>
          </a:lstStyle>
          <a:p>
            <a:r>
              <a:rPr lang="en-US"/>
              <a:t>Click to edit Master title style</a:t>
            </a:r>
            <a:endParaRPr lang="en-US" dirty="0"/>
          </a:p>
        </p:txBody>
      </p:sp>
      <p:cxnSp>
        <p:nvCxnSpPr>
          <p:cNvPr id="39" name="Straight Connector 38">
            <a:extLst>
              <a:ext uri="{FF2B5EF4-FFF2-40B4-BE49-F238E27FC236}">
                <a16:creationId xmlns:a16="http://schemas.microsoft.com/office/drawing/2014/main" id="{32339983-4EA3-348A-36E4-6BDF2E720E7F}"/>
              </a:ext>
            </a:extLst>
          </p:cNvPr>
          <p:cNvCxnSpPr>
            <a:cxnSpLocks/>
          </p:cNvCxnSpPr>
          <p:nvPr userDrawn="1"/>
        </p:nvCxnSpPr>
        <p:spPr>
          <a:xfrm>
            <a:off x="652272" y="6280179"/>
            <a:ext cx="108874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D6222C3D-C209-8D3D-CD43-54C045382B94}"/>
              </a:ext>
            </a:extLst>
          </p:cNvPr>
          <p:cNvSpPr>
            <a:spLocks noGrp="1"/>
          </p:cNvSpPr>
          <p:nvPr>
            <p:ph type="sldNum" sz="quarter" idx="16"/>
          </p:nvPr>
        </p:nvSpPr>
        <p:spPr/>
        <p:txBody>
          <a:bodyPr/>
          <a:lstStyle/>
          <a:p>
            <a:fld id="{7ECAF3DD-865B-4F9E-8AEE-28157E83B0D8}" type="slidenum">
              <a:rPr lang="en-US" smtClean="0"/>
              <a:pPr/>
              <a:t>‹#›</a:t>
            </a:fld>
            <a:endParaRPr lang="en-US" dirty="0"/>
          </a:p>
        </p:txBody>
      </p:sp>
      <p:sp>
        <p:nvSpPr>
          <p:cNvPr id="4" name="Footer Placeholder 3">
            <a:extLst>
              <a:ext uri="{FF2B5EF4-FFF2-40B4-BE49-F238E27FC236}">
                <a16:creationId xmlns:a16="http://schemas.microsoft.com/office/drawing/2014/main" id="{D29EE51E-D132-4B65-C82B-431B5CE66259}"/>
              </a:ext>
            </a:extLst>
          </p:cNvPr>
          <p:cNvSpPr>
            <a:spLocks noGrp="1"/>
          </p:cNvSpPr>
          <p:nvPr>
            <p:ph type="ftr" sz="quarter" idx="15"/>
          </p:nvPr>
        </p:nvSpPr>
        <p:spPr/>
        <p:txBody>
          <a:bodyPr/>
          <a:lstStyle/>
          <a:p>
            <a:r>
              <a:rPr lang="en-US"/>
              <a:t>Presentation title</a:t>
            </a:r>
            <a:endParaRPr lang="en-US" dirty="0"/>
          </a:p>
        </p:txBody>
      </p:sp>
      <p:sp>
        <p:nvSpPr>
          <p:cNvPr id="3" name="Date Placeholder 2">
            <a:extLst>
              <a:ext uri="{FF2B5EF4-FFF2-40B4-BE49-F238E27FC236}">
                <a16:creationId xmlns:a16="http://schemas.microsoft.com/office/drawing/2014/main" id="{DE61169C-A599-D4B1-B140-DEA20B291D67}"/>
              </a:ext>
            </a:extLst>
          </p:cNvPr>
          <p:cNvSpPr>
            <a:spLocks noGrp="1"/>
          </p:cNvSpPr>
          <p:nvPr>
            <p:ph type="dt" sz="half" idx="14"/>
          </p:nvPr>
        </p:nvSpPr>
        <p:spPr/>
        <p:txBody>
          <a:bodyPr/>
          <a:lstStyle/>
          <a:p>
            <a:fld id="{DEE4FD85-5D6D-4FA4-A373-26EC0F227592}" type="datetime1">
              <a:rPr lang="en-US" smtClean="0"/>
              <a:pPr/>
              <a:t>3/12/2026</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67512" y="1260122"/>
            <a:ext cx="10872216" cy="4336005"/>
          </a:xfrm>
        </p:spPr>
        <p:txBody>
          <a:bodyPr vert="horz" lIns="91440" tIns="45720" rIns="91440" bIns="45720" rtlCol="0" anchor="ctr">
            <a:noAutofit/>
          </a:bodyPr>
          <a:lstStyle>
            <a:lvl1pPr marL="0" indent="0" algn="ctr">
              <a:lnSpc>
                <a:spcPct val="80000"/>
              </a:lnSpc>
              <a:buNone/>
              <a:defRPr lang="en-US" sz="6600" b="1" dirty="0"/>
            </a:lvl1pPr>
            <a:lvl2pPr marL="228600" indent="0" algn="ctr">
              <a:lnSpc>
                <a:spcPct val="80000"/>
              </a:lnSpc>
              <a:buNone/>
              <a:defRPr lang="en-US" sz="6000" b="1" dirty="0"/>
            </a:lvl2pPr>
            <a:lvl3pPr marL="457200" indent="0" algn="ctr">
              <a:lnSpc>
                <a:spcPct val="80000"/>
              </a:lnSpc>
              <a:buNone/>
              <a:defRPr lang="en-US" sz="5400" b="1" dirty="0"/>
            </a:lvl3pPr>
            <a:lvl4pPr marL="685800" indent="0" algn="ctr">
              <a:lnSpc>
                <a:spcPct val="80000"/>
              </a:lnSpc>
              <a:buNone/>
              <a:defRPr lang="en-US" sz="4800" b="1" dirty="0"/>
            </a:lvl4pPr>
            <a:lvl5pPr marL="914400" indent="0" algn="ctr">
              <a:lnSpc>
                <a:spcPct val="80000"/>
              </a:lnSpc>
              <a:buNone/>
              <a:defRPr lang="en-US" sz="4400" b="1" dirty="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81231647"/>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499616" y="5029200"/>
            <a:ext cx="9198864" cy="640080"/>
          </a:xfrm>
        </p:spPr>
        <p:txBody>
          <a:bodyPr anchor="ctr">
            <a:normAutofit/>
          </a:bodyPr>
          <a:lstStyle>
            <a:lvl1pPr>
              <a:lnSpc>
                <a:spcPct val="120000"/>
              </a:lnSpc>
              <a:defRPr sz="2000" spc="0">
                <a:solidFill>
                  <a:schemeClr val="accent1">
                    <a:lumMod val="75000"/>
                  </a:schemeClr>
                </a:solidFill>
                <a:latin typeface="+mn-lt"/>
              </a:defRPr>
            </a:lvl1pPr>
          </a:lstStyle>
          <a:p>
            <a:r>
              <a:rPr lang="en-US" dirty="0"/>
              <a:t>Quote Author</a:t>
            </a:r>
          </a:p>
        </p:txBody>
      </p:sp>
      <p:cxnSp>
        <p:nvCxnSpPr>
          <p:cNvPr id="3" name="Straight Connector 2">
            <a:extLst>
              <a:ext uri="{FF2B5EF4-FFF2-40B4-BE49-F238E27FC236}">
                <a16:creationId xmlns:a16="http://schemas.microsoft.com/office/drawing/2014/main" id="{33DBFA62-C703-0AC1-148A-B14C03AEBBCC}"/>
              </a:ext>
            </a:extLst>
          </p:cNvPr>
          <p:cNvCxnSpPr>
            <a:cxnSpLocks/>
          </p:cNvCxnSpPr>
          <p:nvPr userDrawn="1"/>
        </p:nvCxnSpPr>
        <p:spPr>
          <a:xfrm>
            <a:off x="652272" y="6280179"/>
            <a:ext cx="108874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959FB2CD-26DD-138F-E7D5-D99CF92FC046}"/>
              </a:ext>
            </a:extLst>
          </p:cNvPr>
          <p:cNvSpPr>
            <a:spLocks noGrp="1"/>
          </p:cNvSpPr>
          <p:nvPr>
            <p:ph type="sldNum" sz="quarter" idx="16"/>
          </p:nvPr>
        </p:nvSpPr>
        <p:spPr/>
        <p:txBody>
          <a:bodyPr/>
          <a:lstStyle/>
          <a:p>
            <a:fld id="{7ECAF3DD-865B-4F9E-8AEE-28157E83B0D8}" type="slidenum">
              <a:rPr lang="en-US" smtClean="0"/>
              <a:pPr/>
              <a:t>‹#›</a:t>
            </a:fld>
            <a:endParaRPr lang="en-US" dirty="0"/>
          </a:p>
        </p:txBody>
      </p:sp>
      <p:sp>
        <p:nvSpPr>
          <p:cNvPr id="5" name="Footer Placeholder 4">
            <a:extLst>
              <a:ext uri="{FF2B5EF4-FFF2-40B4-BE49-F238E27FC236}">
                <a16:creationId xmlns:a16="http://schemas.microsoft.com/office/drawing/2014/main" id="{CD5DD61F-5499-1F7B-3D4F-C205EDFB346B}"/>
              </a:ext>
            </a:extLst>
          </p:cNvPr>
          <p:cNvSpPr>
            <a:spLocks noGrp="1"/>
          </p:cNvSpPr>
          <p:nvPr>
            <p:ph type="ftr" sz="quarter" idx="15"/>
          </p:nvPr>
        </p:nvSpPr>
        <p:spPr/>
        <p:txBody>
          <a:bodyPr/>
          <a:lstStyle/>
          <a:p>
            <a:r>
              <a:rPr lang="en-US"/>
              <a:t>Presentation title</a:t>
            </a:r>
            <a:endParaRPr lang="en-US" dirty="0"/>
          </a:p>
        </p:txBody>
      </p:sp>
      <p:sp>
        <p:nvSpPr>
          <p:cNvPr id="4" name="Date Placeholder 3">
            <a:extLst>
              <a:ext uri="{FF2B5EF4-FFF2-40B4-BE49-F238E27FC236}">
                <a16:creationId xmlns:a16="http://schemas.microsoft.com/office/drawing/2014/main" id="{18BDC4E4-BD80-9BA6-E269-5F53DEFE8EF4}"/>
              </a:ext>
            </a:extLst>
          </p:cNvPr>
          <p:cNvSpPr>
            <a:spLocks noGrp="1"/>
          </p:cNvSpPr>
          <p:nvPr>
            <p:ph type="dt" sz="half" idx="14"/>
          </p:nvPr>
        </p:nvSpPr>
        <p:spPr/>
        <p:txBody>
          <a:bodyPr/>
          <a:lstStyle/>
          <a:p>
            <a:fld id="{DEE4FD85-5D6D-4FA4-A373-26EC0F227592}" type="datetime1">
              <a:rPr lang="en-US" smtClean="0"/>
              <a:pPr/>
              <a:t>3/12/2026</a:t>
            </a:fld>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88720"/>
            <a:ext cx="9198864" cy="3332480"/>
          </a:xfrm>
        </p:spPr>
        <p:txBody>
          <a:bodyPr anchor="ctr">
            <a:normAutofit/>
          </a:bodyPr>
          <a:lstStyle>
            <a:lvl1pPr marL="164592" indent="-164592">
              <a:lnSpc>
                <a:spcPct val="80000"/>
              </a:lnSpc>
              <a:spcBef>
                <a:spcPts val="0"/>
              </a:spcBef>
              <a:buNone/>
              <a:defRPr sz="4800">
                <a:latin typeface="+mj-lt"/>
              </a:defRPr>
            </a:lvl1pPr>
          </a:lstStyle>
          <a:p>
            <a:pPr lvl="0"/>
            <a:r>
              <a:rPr lang="en-US" dirty="0"/>
              <a:t>Click to add Quote</a:t>
            </a:r>
          </a:p>
        </p:txBody>
      </p:sp>
    </p:spTree>
    <p:extLst>
      <p:ext uri="{BB962C8B-B14F-4D97-AF65-F5344CB8AC3E}">
        <p14:creationId xmlns:p14="http://schemas.microsoft.com/office/powerpoint/2010/main" val="15905535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Quot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64458" y="4955722"/>
            <a:ext cx="8863084" cy="669472"/>
          </a:xfrm>
        </p:spPr>
        <p:txBody>
          <a:bodyPr anchor="ctr">
            <a:normAutofit/>
          </a:bodyPr>
          <a:lstStyle>
            <a:lvl1pPr algn="r">
              <a:lnSpc>
                <a:spcPct val="120000"/>
              </a:lnSpc>
              <a:defRPr sz="2000" spc="0">
                <a:solidFill>
                  <a:schemeClr val="tx1"/>
                </a:solidFill>
                <a:latin typeface="+mn-lt"/>
              </a:defRPr>
            </a:lvl1pPr>
          </a:lstStyle>
          <a:p>
            <a:r>
              <a:rPr lang="en-US" dirty="0"/>
              <a:t>Quote Author</a:t>
            </a:r>
          </a:p>
        </p:txBody>
      </p:sp>
      <p:cxnSp>
        <p:nvCxnSpPr>
          <p:cNvPr id="3" name="Straight Connector 2">
            <a:extLst>
              <a:ext uri="{FF2B5EF4-FFF2-40B4-BE49-F238E27FC236}">
                <a16:creationId xmlns:a16="http://schemas.microsoft.com/office/drawing/2014/main" id="{006AA888-6209-5DDB-D7BD-AFFE2FC73553}"/>
              </a:ext>
            </a:extLst>
          </p:cNvPr>
          <p:cNvCxnSpPr>
            <a:cxnSpLocks/>
          </p:cNvCxnSpPr>
          <p:nvPr userDrawn="1"/>
        </p:nvCxnSpPr>
        <p:spPr>
          <a:xfrm>
            <a:off x="652272" y="6280179"/>
            <a:ext cx="108874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6F431659-F86C-4E1E-BF5A-D3C97715A17E}"/>
              </a:ext>
            </a:extLst>
          </p:cNvPr>
          <p:cNvSpPr>
            <a:spLocks noGrp="1"/>
          </p:cNvSpPr>
          <p:nvPr>
            <p:ph type="sldNum" sz="quarter" idx="16"/>
          </p:nvPr>
        </p:nvSpPr>
        <p:spPr/>
        <p:txBody>
          <a:bodyPr/>
          <a:lstStyle/>
          <a:p>
            <a:fld id="{7ECAF3DD-865B-4F9E-8AEE-28157E83B0D8}" type="slidenum">
              <a:rPr lang="en-US" smtClean="0"/>
              <a:pPr/>
              <a:t>‹#›</a:t>
            </a:fld>
            <a:endParaRPr lang="en-US" dirty="0"/>
          </a:p>
        </p:txBody>
      </p:sp>
      <p:sp>
        <p:nvSpPr>
          <p:cNvPr id="5" name="Footer Placeholder 4">
            <a:extLst>
              <a:ext uri="{FF2B5EF4-FFF2-40B4-BE49-F238E27FC236}">
                <a16:creationId xmlns:a16="http://schemas.microsoft.com/office/drawing/2014/main" id="{51CEEDE5-19B7-1E08-E491-B9E81966AF7B}"/>
              </a:ext>
            </a:extLst>
          </p:cNvPr>
          <p:cNvSpPr>
            <a:spLocks noGrp="1"/>
          </p:cNvSpPr>
          <p:nvPr>
            <p:ph type="ftr" sz="quarter" idx="15"/>
          </p:nvPr>
        </p:nvSpPr>
        <p:spPr/>
        <p:txBody>
          <a:bodyPr/>
          <a:lstStyle/>
          <a:p>
            <a:r>
              <a:rPr lang="en-US"/>
              <a:t>Presentation title</a:t>
            </a:r>
            <a:endParaRPr lang="en-US" dirty="0"/>
          </a:p>
        </p:txBody>
      </p:sp>
      <p:sp>
        <p:nvSpPr>
          <p:cNvPr id="4" name="Date Placeholder 3">
            <a:extLst>
              <a:ext uri="{FF2B5EF4-FFF2-40B4-BE49-F238E27FC236}">
                <a16:creationId xmlns:a16="http://schemas.microsoft.com/office/drawing/2014/main" id="{66F69BF3-C0E3-D599-94DA-A66273FC81CA}"/>
              </a:ext>
            </a:extLst>
          </p:cNvPr>
          <p:cNvSpPr>
            <a:spLocks noGrp="1"/>
          </p:cNvSpPr>
          <p:nvPr>
            <p:ph type="dt" sz="half" idx="14"/>
          </p:nvPr>
        </p:nvSpPr>
        <p:spPr/>
        <p:txBody>
          <a:bodyPr/>
          <a:lstStyle/>
          <a:p>
            <a:fld id="{DEE4FD85-5D6D-4FA4-A373-26EC0F227592}" type="datetime1">
              <a:rPr lang="en-US" smtClean="0"/>
              <a:pPr/>
              <a:t>3/12/2026</a:t>
            </a:fld>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664458" y="1344168"/>
            <a:ext cx="8863085" cy="3291840"/>
          </a:xfrm>
        </p:spPr>
        <p:txBody>
          <a:bodyPr anchor="ctr">
            <a:normAutofit/>
          </a:bodyPr>
          <a:lstStyle>
            <a:lvl1pPr marL="164592" indent="-164592">
              <a:lnSpc>
                <a:spcPct val="80000"/>
              </a:lnSpc>
              <a:spcBef>
                <a:spcPts val="0"/>
              </a:spcBef>
              <a:buNone/>
              <a:defRPr sz="4800">
                <a:latin typeface="+mj-lt"/>
              </a:defRPr>
            </a:lvl1pPr>
          </a:lstStyle>
          <a:p>
            <a:pPr lvl="0"/>
            <a:r>
              <a:rPr lang="en-US" dirty="0"/>
              <a:t>Click to add Quote</a:t>
            </a:r>
          </a:p>
        </p:txBody>
      </p:sp>
    </p:spTree>
    <p:extLst>
      <p:ext uri="{BB962C8B-B14F-4D97-AF65-F5344CB8AC3E}">
        <p14:creationId xmlns:p14="http://schemas.microsoft.com/office/powerpoint/2010/main" val="1286709423"/>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4707468" y="4893733"/>
            <a:ext cx="5638800" cy="788610"/>
          </a:xfrm>
        </p:spPr>
        <p:txBody>
          <a:bodyPr anchor="ctr">
            <a:normAutofit/>
          </a:bodyPr>
          <a:lstStyle>
            <a:lvl1pPr algn="r">
              <a:lnSpc>
                <a:spcPct val="120000"/>
              </a:lnSpc>
              <a:defRPr sz="2000" b="1" spc="0">
                <a:solidFill>
                  <a:schemeClr val="accent1">
                    <a:lumMod val="75000"/>
                  </a:schemeClr>
                </a:solidFill>
                <a:latin typeface="+mn-lt"/>
              </a:defRPr>
            </a:lvl1pPr>
          </a:lstStyle>
          <a:p>
            <a:r>
              <a:rPr lang="en-US" dirty="0"/>
              <a:t>Quote Author</a:t>
            </a:r>
          </a:p>
        </p:txBody>
      </p:sp>
      <p:cxnSp>
        <p:nvCxnSpPr>
          <p:cNvPr id="3" name="Straight Connector 2">
            <a:extLst>
              <a:ext uri="{FF2B5EF4-FFF2-40B4-BE49-F238E27FC236}">
                <a16:creationId xmlns:a16="http://schemas.microsoft.com/office/drawing/2014/main" id="{4BEA7269-E0C0-24FF-83AE-918E65572670}"/>
              </a:ext>
            </a:extLst>
          </p:cNvPr>
          <p:cNvCxnSpPr>
            <a:cxnSpLocks/>
          </p:cNvCxnSpPr>
          <p:nvPr userDrawn="1"/>
        </p:nvCxnSpPr>
        <p:spPr>
          <a:xfrm>
            <a:off x="652272" y="6280179"/>
            <a:ext cx="108874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3896EDFB-F0D6-8773-D221-6D97A3A83749}"/>
              </a:ext>
            </a:extLst>
          </p:cNvPr>
          <p:cNvSpPr>
            <a:spLocks noGrp="1"/>
          </p:cNvSpPr>
          <p:nvPr>
            <p:ph type="sldNum" sz="quarter" idx="16"/>
          </p:nvPr>
        </p:nvSpPr>
        <p:spPr/>
        <p:txBody>
          <a:bodyPr/>
          <a:lstStyle/>
          <a:p>
            <a:fld id="{7ECAF3DD-865B-4F9E-8AEE-28157E83B0D8}" type="slidenum">
              <a:rPr lang="en-US" smtClean="0"/>
              <a:pPr/>
              <a:t>‹#›</a:t>
            </a:fld>
            <a:endParaRPr lang="en-US" dirty="0"/>
          </a:p>
        </p:txBody>
      </p:sp>
      <p:sp>
        <p:nvSpPr>
          <p:cNvPr id="5" name="Footer Placeholder 4">
            <a:extLst>
              <a:ext uri="{FF2B5EF4-FFF2-40B4-BE49-F238E27FC236}">
                <a16:creationId xmlns:a16="http://schemas.microsoft.com/office/drawing/2014/main" id="{F472A14C-8640-6C73-0A10-13EC61472A76}"/>
              </a:ext>
            </a:extLst>
          </p:cNvPr>
          <p:cNvSpPr>
            <a:spLocks noGrp="1"/>
          </p:cNvSpPr>
          <p:nvPr>
            <p:ph type="ftr" sz="quarter" idx="15"/>
          </p:nvPr>
        </p:nvSpPr>
        <p:spPr/>
        <p:txBody>
          <a:bodyPr/>
          <a:lstStyle/>
          <a:p>
            <a:r>
              <a:rPr lang="en-US"/>
              <a:t>Presentation title</a:t>
            </a:r>
            <a:endParaRPr lang="en-US" dirty="0"/>
          </a:p>
        </p:txBody>
      </p:sp>
      <p:sp>
        <p:nvSpPr>
          <p:cNvPr id="4" name="Date Placeholder 3">
            <a:extLst>
              <a:ext uri="{FF2B5EF4-FFF2-40B4-BE49-F238E27FC236}">
                <a16:creationId xmlns:a16="http://schemas.microsoft.com/office/drawing/2014/main" id="{056D7FDF-AAFD-AF9A-6E11-36DE42D52AF2}"/>
              </a:ext>
            </a:extLst>
          </p:cNvPr>
          <p:cNvSpPr>
            <a:spLocks noGrp="1"/>
          </p:cNvSpPr>
          <p:nvPr>
            <p:ph type="dt" sz="half" idx="14"/>
          </p:nvPr>
        </p:nvSpPr>
        <p:spPr/>
        <p:txBody>
          <a:bodyPr/>
          <a:lstStyle/>
          <a:p>
            <a:fld id="{DEE4FD85-5D6D-4FA4-A373-26EC0F227592}" type="datetime1">
              <a:rPr lang="en-US" smtClean="0"/>
              <a:pPr/>
              <a:t>3/12/2026</a:t>
            </a:fld>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862666" y="1388534"/>
            <a:ext cx="8483601" cy="3371246"/>
          </a:xfrm>
        </p:spPr>
        <p:txBody>
          <a:bodyPr anchor="ctr">
            <a:normAutofit/>
          </a:bodyPr>
          <a:lstStyle>
            <a:lvl1pPr marL="164592" indent="-164592">
              <a:lnSpc>
                <a:spcPct val="80000"/>
              </a:lnSpc>
              <a:spcBef>
                <a:spcPts val="0"/>
              </a:spcBef>
              <a:buNone/>
              <a:defRPr sz="5400">
                <a:latin typeface="+mj-lt"/>
              </a:defRPr>
            </a:lvl1pPr>
          </a:lstStyle>
          <a:p>
            <a:pPr lvl="0"/>
            <a:r>
              <a:rPr lang="en-US" dirty="0"/>
              <a:t>Click to add Quote</a:t>
            </a:r>
          </a:p>
        </p:txBody>
      </p:sp>
    </p:spTree>
    <p:extLst>
      <p:ext uri="{BB962C8B-B14F-4D97-AF65-F5344CB8AC3E}">
        <p14:creationId xmlns:p14="http://schemas.microsoft.com/office/powerpoint/2010/main" val="308572406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7510" y="1261872"/>
            <a:ext cx="10872217" cy="1033953"/>
          </a:xfrm>
        </p:spPr>
        <p:txBody>
          <a:bodyPr anchor="t">
            <a:normAutofit/>
          </a:bodyPr>
          <a:lstStyle>
            <a:lvl1pPr>
              <a:defRPr sz="4000"/>
            </a:lvl1pPr>
          </a:lstStyle>
          <a:p>
            <a:r>
              <a:rPr lang="en-US" dirty="0"/>
              <a:t>Click to edit Master title style</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565392" y="2584093"/>
            <a:ext cx="4974336" cy="369608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504DE775-DB75-CB1A-BFE8-78BCAD77D753}"/>
              </a:ext>
            </a:extLst>
          </p:cNvPr>
          <p:cNvSpPr>
            <a:spLocks noGrp="1"/>
          </p:cNvSpPr>
          <p:nvPr>
            <p:ph type="sldNum" sz="quarter" idx="19"/>
          </p:nvPr>
        </p:nvSpPr>
        <p:spPr/>
        <p:txBody>
          <a:bodyPr/>
          <a:lstStyle/>
          <a:p>
            <a:fld id="{7ECAF3DD-865B-4F9E-8AEE-28157E83B0D8}" type="slidenum">
              <a:rPr lang="en-US" smtClean="0"/>
              <a:pPr/>
              <a:t>‹#›</a:t>
            </a:fld>
            <a:endParaRPr lang="en-US" dirty="0"/>
          </a:p>
        </p:txBody>
      </p:sp>
      <p:sp>
        <p:nvSpPr>
          <p:cNvPr id="5" name="Footer Placeholder 4">
            <a:extLst>
              <a:ext uri="{FF2B5EF4-FFF2-40B4-BE49-F238E27FC236}">
                <a16:creationId xmlns:a16="http://schemas.microsoft.com/office/drawing/2014/main" id="{B8BA12C1-730A-27D0-9441-4063B2F4C8C5}"/>
              </a:ext>
            </a:extLst>
          </p:cNvPr>
          <p:cNvSpPr>
            <a:spLocks noGrp="1"/>
          </p:cNvSpPr>
          <p:nvPr>
            <p:ph type="ftr" sz="quarter" idx="18"/>
          </p:nvPr>
        </p:nvSpPr>
        <p:spPr/>
        <p:txBody>
          <a:bodyPr/>
          <a:lstStyle/>
          <a:p>
            <a:r>
              <a:rPr lang="en-US"/>
              <a:t>Presentation title</a:t>
            </a:r>
            <a:endParaRPr lang="en-US" dirty="0"/>
          </a:p>
        </p:txBody>
      </p:sp>
      <p:sp>
        <p:nvSpPr>
          <p:cNvPr id="3" name="Date Placeholder 2">
            <a:extLst>
              <a:ext uri="{FF2B5EF4-FFF2-40B4-BE49-F238E27FC236}">
                <a16:creationId xmlns:a16="http://schemas.microsoft.com/office/drawing/2014/main" id="{C9BC83B6-5689-7B78-207A-AE1FEA615FD1}"/>
              </a:ext>
            </a:extLst>
          </p:cNvPr>
          <p:cNvSpPr>
            <a:spLocks noGrp="1"/>
          </p:cNvSpPr>
          <p:nvPr>
            <p:ph type="dt" sz="half" idx="17"/>
          </p:nvPr>
        </p:nvSpPr>
        <p:spPr/>
        <p:txBody>
          <a:bodyPr/>
          <a:lstStyle/>
          <a:p>
            <a:fld id="{DEE4FD85-5D6D-4FA4-A373-26EC0F227592}" type="datetime1">
              <a:rPr lang="en-US" smtClean="0"/>
              <a:pPr/>
              <a:t>3/12/2026</a:t>
            </a:fld>
            <a:endParaRPr lang="en-US"/>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67511" y="2584093"/>
            <a:ext cx="4974337" cy="36960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7237971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6" name="Title 1">
            <a:extLst>
              <a:ext uri="{FF2B5EF4-FFF2-40B4-BE49-F238E27FC236}">
                <a16:creationId xmlns:a16="http://schemas.microsoft.com/office/drawing/2014/main" id="{8405356D-E1B4-45BE-D7D0-42A7AAB8D793}"/>
              </a:ext>
            </a:extLst>
          </p:cNvPr>
          <p:cNvSpPr>
            <a:spLocks noGrp="1"/>
          </p:cNvSpPr>
          <p:nvPr>
            <p:ph type="title"/>
          </p:nvPr>
        </p:nvSpPr>
        <p:spPr>
          <a:xfrm>
            <a:off x="667510" y="1261872"/>
            <a:ext cx="10872217" cy="1033953"/>
          </a:xfrm>
        </p:spPr>
        <p:txBody>
          <a:bodyPr anchor="t">
            <a:normAutofit/>
          </a:bodyPr>
          <a:lstStyle>
            <a:lvl1pPr>
              <a:defRPr sz="4000"/>
            </a:lvl1pPr>
          </a:lstStyle>
          <a:p>
            <a:r>
              <a:rPr lang="en-US" dirty="0"/>
              <a:t>Click to edit Master title style</a:t>
            </a:r>
          </a:p>
        </p:txBody>
      </p:sp>
      <p:sp>
        <p:nvSpPr>
          <p:cNvPr id="7" name="Slide Number Placeholder 6">
            <a:extLst>
              <a:ext uri="{FF2B5EF4-FFF2-40B4-BE49-F238E27FC236}">
                <a16:creationId xmlns:a16="http://schemas.microsoft.com/office/drawing/2014/main" id="{30D59815-8676-26E4-EA5A-1B1ACFB6E9BD}"/>
              </a:ext>
            </a:extLst>
          </p:cNvPr>
          <p:cNvSpPr>
            <a:spLocks noGrp="1"/>
          </p:cNvSpPr>
          <p:nvPr>
            <p:ph type="sldNum" sz="quarter" idx="19"/>
          </p:nvPr>
        </p:nvSpPr>
        <p:spPr/>
        <p:txBody>
          <a:bodyPr/>
          <a:lstStyle/>
          <a:p>
            <a:fld id="{7ECAF3DD-865B-4F9E-8AEE-28157E83B0D8}" type="slidenum">
              <a:rPr lang="en-US" smtClean="0"/>
              <a:pPr/>
              <a:t>‹#›</a:t>
            </a:fld>
            <a:endParaRPr lang="en-US" dirty="0"/>
          </a:p>
        </p:txBody>
      </p:sp>
      <p:sp>
        <p:nvSpPr>
          <p:cNvPr id="4" name="Footer Placeholder 3">
            <a:extLst>
              <a:ext uri="{FF2B5EF4-FFF2-40B4-BE49-F238E27FC236}">
                <a16:creationId xmlns:a16="http://schemas.microsoft.com/office/drawing/2014/main" id="{70E3E38B-0671-3294-31A5-2E4961FF5273}"/>
              </a:ext>
            </a:extLst>
          </p:cNvPr>
          <p:cNvSpPr>
            <a:spLocks noGrp="1"/>
          </p:cNvSpPr>
          <p:nvPr>
            <p:ph type="ftr" sz="quarter" idx="18"/>
          </p:nvPr>
        </p:nvSpPr>
        <p:spPr/>
        <p:txBody>
          <a:bodyPr/>
          <a:lstStyle/>
          <a:p>
            <a:r>
              <a:rPr lang="en-US"/>
              <a:t>Presentation title</a:t>
            </a:r>
            <a:endParaRPr lang="en-US" dirty="0"/>
          </a:p>
        </p:txBody>
      </p:sp>
      <p:sp>
        <p:nvSpPr>
          <p:cNvPr id="2" name="Date Placeholder 1">
            <a:extLst>
              <a:ext uri="{FF2B5EF4-FFF2-40B4-BE49-F238E27FC236}">
                <a16:creationId xmlns:a16="http://schemas.microsoft.com/office/drawing/2014/main" id="{023455C6-2D37-DA7B-B30D-DEC4B5CFB927}"/>
              </a:ext>
            </a:extLst>
          </p:cNvPr>
          <p:cNvSpPr>
            <a:spLocks noGrp="1"/>
          </p:cNvSpPr>
          <p:nvPr>
            <p:ph type="dt" sz="half" idx="17"/>
          </p:nvPr>
        </p:nvSpPr>
        <p:spPr/>
        <p:txBody>
          <a:bodyPr/>
          <a:lstStyle/>
          <a:p>
            <a:fld id="{DEE4FD85-5D6D-4FA4-A373-26EC0F227592}" type="datetime1">
              <a:rPr lang="en-US" smtClean="0"/>
              <a:pPr/>
              <a:t>3/12/2026</a:t>
            </a:fld>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52272" y="2584094"/>
            <a:ext cx="4989576" cy="665483"/>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67512" y="3569539"/>
            <a:ext cx="4974336" cy="271064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65392" y="2565527"/>
            <a:ext cx="4974336" cy="72118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565392" y="3569538"/>
            <a:ext cx="4974336" cy="271064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4501368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69C627C0-7428-BA8A-D0E2-CC8A8D377103}"/>
              </a:ext>
            </a:extLst>
          </p:cNvPr>
          <p:cNvSpPr>
            <a:spLocks noGrp="1"/>
          </p:cNvSpPr>
          <p:nvPr>
            <p:ph type="title"/>
          </p:nvPr>
        </p:nvSpPr>
        <p:spPr>
          <a:xfrm>
            <a:off x="667510" y="1261872"/>
            <a:ext cx="10872217" cy="1033953"/>
          </a:xfrm>
        </p:spPr>
        <p:txBody>
          <a:bodyPr anchor="t">
            <a:normAutofit/>
          </a:bodyPr>
          <a:lstStyle>
            <a:lvl1pPr>
              <a:defRPr sz="4000"/>
            </a:lvl1pPr>
          </a:lstStyle>
          <a:p>
            <a:r>
              <a:rPr lang="en-US" dirty="0"/>
              <a:t>Click to edit Master title style</a:t>
            </a:r>
          </a:p>
        </p:txBody>
      </p:sp>
      <p:sp>
        <p:nvSpPr>
          <p:cNvPr id="4" name="Slide Number Placeholder 3">
            <a:extLst>
              <a:ext uri="{FF2B5EF4-FFF2-40B4-BE49-F238E27FC236}">
                <a16:creationId xmlns:a16="http://schemas.microsoft.com/office/drawing/2014/main" id="{3F3C0BCA-D1D7-CF64-AEC7-33E55DBC4D04}"/>
              </a:ext>
            </a:extLst>
          </p:cNvPr>
          <p:cNvSpPr>
            <a:spLocks noGrp="1"/>
          </p:cNvSpPr>
          <p:nvPr>
            <p:ph type="sldNum" sz="quarter" idx="12"/>
          </p:nvPr>
        </p:nvSpPr>
        <p:spPr/>
        <p:txBody>
          <a:bodyPr/>
          <a:lstStyle/>
          <a:p>
            <a:fld id="{7ECAF3DD-865B-4F9E-8AEE-28157E83B0D8}" type="slidenum">
              <a:rPr lang="en-US" smtClean="0"/>
              <a:pPr/>
              <a:t>‹#›</a:t>
            </a:fld>
            <a:endParaRPr lang="en-US" dirty="0"/>
          </a:p>
        </p:txBody>
      </p:sp>
      <p:sp>
        <p:nvSpPr>
          <p:cNvPr id="3" name="Footer Placeholder 2">
            <a:extLst>
              <a:ext uri="{FF2B5EF4-FFF2-40B4-BE49-F238E27FC236}">
                <a16:creationId xmlns:a16="http://schemas.microsoft.com/office/drawing/2014/main" id="{6B9B36D5-9101-EA9F-061C-3EB80ED08A2E}"/>
              </a:ext>
            </a:extLst>
          </p:cNvPr>
          <p:cNvSpPr>
            <a:spLocks noGrp="1"/>
          </p:cNvSpPr>
          <p:nvPr>
            <p:ph type="ftr" sz="quarter" idx="11"/>
          </p:nvPr>
        </p:nvSpPr>
        <p:spPr/>
        <p:txBody>
          <a:bodyPr/>
          <a:lstStyle/>
          <a:p>
            <a:r>
              <a:rPr lang="en-US"/>
              <a:t>Presentation title</a:t>
            </a:r>
            <a:endParaRPr lang="en-US" dirty="0"/>
          </a:p>
        </p:txBody>
      </p:sp>
      <p:sp>
        <p:nvSpPr>
          <p:cNvPr id="2" name="Date Placeholder 1">
            <a:extLst>
              <a:ext uri="{FF2B5EF4-FFF2-40B4-BE49-F238E27FC236}">
                <a16:creationId xmlns:a16="http://schemas.microsoft.com/office/drawing/2014/main" id="{30FC613A-845B-FD71-729B-17AC533A8AAC}"/>
              </a:ext>
            </a:extLst>
          </p:cNvPr>
          <p:cNvSpPr>
            <a:spLocks noGrp="1"/>
          </p:cNvSpPr>
          <p:nvPr>
            <p:ph type="dt" sz="half" idx="10"/>
          </p:nvPr>
        </p:nvSpPr>
        <p:spPr/>
        <p:txBody>
          <a:bodyPr/>
          <a:lstStyle/>
          <a:p>
            <a:fld id="{DEE4FD85-5D6D-4FA4-A373-26EC0F227592}" type="datetime1">
              <a:rPr lang="en-US" smtClean="0"/>
              <a:pPr/>
              <a:t>3/12/2026</a:t>
            </a:fld>
            <a:endParaRPr lang="en-US"/>
          </a:p>
        </p:txBody>
      </p:sp>
    </p:spTree>
    <p:extLst>
      <p:ext uri="{BB962C8B-B14F-4D97-AF65-F5344CB8AC3E}">
        <p14:creationId xmlns:p14="http://schemas.microsoft.com/office/powerpoint/2010/main" val="173249370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26DE469-E242-00F6-D36A-8C98D6219C51}"/>
              </a:ext>
            </a:extLst>
          </p:cNvPr>
          <p:cNvSpPr>
            <a:spLocks noGrp="1"/>
          </p:cNvSpPr>
          <p:nvPr>
            <p:ph type="sldNum" sz="quarter" idx="12"/>
          </p:nvPr>
        </p:nvSpPr>
        <p:spPr/>
        <p:txBody>
          <a:bodyPr/>
          <a:lstStyle/>
          <a:p>
            <a:fld id="{7ECAF3DD-865B-4F9E-8AEE-28157E83B0D8}" type="slidenum">
              <a:rPr lang="en-US" smtClean="0"/>
              <a:pPr/>
              <a:t>‹#›</a:t>
            </a:fld>
            <a:endParaRPr lang="en-US" dirty="0"/>
          </a:p>
        </p:txBody>
      </p:sp>
      <p:sp>
        <p:nvSpPr>
          <p:cNvPr id="3" name="Footer Placeholder 2">
            <a:extLst>
              <a:ext uri="{FF2B5EF4-FFF2-40B4-BE49-F238E27FC236}">
                <a16:creationId xmlns:a16="http://schemas.microsoft.com/office/drawing/2014/main" id="{CD2F422C-D8A7-AE2F-E398-B64591AD4716}"/>
              </a:ext>
            </a:extLst>
          </p:cNvPr>
          <p:cNvSpPr>
            <a:spLocks noGrp="1"/>
          </p:cNvSpPr>
          <p:nvPr>
            <p:ph type="ftr" sz="quarter" idx="11"/>
          </p:nvPr>
        </p:nvSpPr>
        <p:spPr/>
        <p:txBody>
          <a:bodyPr/>
          <a:lstStyle/>
          <a:p>
            <a:r>
              <a:rPr lang="en-US"/>
              <a:t>Presentation title</a:t>
            </a:r>
            <a:endParaRPr lang="en-US" dirty="0"/>
          </a:p>
        </p:txBody>
      </p:sp>
      <p:sp>
        <p:nvSpPr>
          <p:cNvPr id="2" name="Date Placeholder 1">
            <a:extLst>
              <a:ext uri="{FF2B5EF4-FFF2-40B4-BE49-F238E27FC236}">
                <a16:creationId xmlns:a16="http://schemas.microsoft.com/office/drawing/2014/main" id="{964113CA-1CE1-FE6B-9D3C-9E9AB40F4C3E}"/>
              </a:ext>
            </a:extLst>
          </p:cNvPr>
          <p:cNvSpPr>
            <a:spLocks noGrp="1"/>
          </p:cNvSpPr>
          <p:nvPr>
            <p:ph type="dt" sz="half" idx="10"/>
          </p:nvPr>
        </p:nvSpPr>
        <p:spPr/>
        <p:txBody>
          <a:bodyPr/>
          <a:lstStyle/>
          <a:p>
            <a:fld id="{DEE4FD85-5D6D-4FA4-A373-26EC0F227592}" type="datetime1">
              <a:rPr lang="en-US" smtClean="0"/>
              <a:pPr/>
              <a:t>3/12/2026</a:t>
            </a:fld>
            <a:endParaRPr lang="en-US"/>
          </a:p>
        </p:txBody>
      </p:sp>
    </p:spTree>
    <p:extLst>
      <p:ext uri="{BB962C8B-B14F-4D97-AF65-F5344CB8AC3E}">
        <p14:creationId xmlns:p14="http://schemas.microsoft.com/office/powerpoint/2010/main" val="360817168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67512" y="1260123"/>
            <a:ext cx="4654296" cy="1004010"/>
          </a:xfrm>
        </p:spPr>
        <p:txBody>
          <a:bodyPr anchor="t">
            <a:normAutofit/>
          </a:bodyPr>
          <a:lstStyle>
            <a:lvl1pPr>
              <a:defRPr sz="4000"/>
            </a:lvl1pPr>
          </a:lstStyle>
          <a:p>
            <a:r>
              <a:rPr lang="en-US" dirty="0"/>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67512" y="2584094"/>
            <a:ext cx="4654296" cy="3696086"/>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641848" y="1260123"/>
            <a:ext cx="5882640" cy="5048601"/>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a:extLst>
              <a:ext uri="{FF2B5EF4-FFF2-40B4-BE49-F238E27FC236}">
                <a16:creationId xmlns:a16="http://schemas.microsoft.com/office/drawing/2014/main" id="{5F561563-9E70-4586-A914-471E339CD19B}"/>
              </a:ext>
            </a:extLst>
          </p:cNvPr>
          <p:cNvSpPr>
            <a:spLocks noGrp="1"/>
          </p:cNvSpPr>
          <p:nvPr>
            <p:ph type="sldNum" sz="quarter" idx="12"/>
          </p:nvPr>
        </p:nvSpPr>
        <p:spPr/>
        <p:txBody>
          <a:bodyPr/>
          <a:lstStyle/>
          <a:p>
            <a:fld id="{7ECAF3DD-865B-4F9E-8AEE-28157E83B0D8}" type="slidenum">
              <a:rPr lang="en-US" smtClean="0"/>
              <a:pPr/>
              <a:t>‹#›</a:t>
            </a:fld>
            <a:endParaRPr lang="en-US" dirty="0"/>
          </a:p>
        </p:txBody>
      </p:sp>
      <p:sp>
        <p:nvSpPr>
          <p:cNvPr id="6" name="Footer Placeholder 5">
            <a:extLst>
              <a:ext uri="{FF2B5EF4-FFF2-40B4-BE49-F238E27FC236}">
                <a16:creationId xmlns:a16="http://schemas.microsoft.com/office/drawing/2014/main" id="{F5A72062-C159-A70C-DAB3-C80E0D341ED8}"/>
              </a:ext>
            </a:extLst>
          </p:cNvPr>
          <p:cNvSpPr>
            <a:spLocks noGrp="1"/>
          </p:cNvSpPr>
          <p:nvPr>
            <p:ph type="ftr" sz="quarter" idx="11"/>
          </p:nvPr>
        </p:nvSpPr>
        <p:spPr/>
        <p:txBody>
          <a:bodyPr/>
          <a:lstStyle/>
          <a:p>
            <a:r>
              <a:rPr lang="en-US"/>
              <a:t>Presentation title</a:t>
            </a:r>
            <a:endParaRPr lang="en-US" dirty="0"/>
          </a:p>
        </p:txBody>
      </p:sp>
      <p:sp>
        <p:nvSpPr>
          <p:cNvPr id="5" name="Date Placeholder 4">
            <a:extLst>
              <a:ext uri="{FF2B5EF4-FFF2-40B4-BE49-F238E27FC236}">
                <a16:creationId xmlns:a16="http://schemas.microsoft.com/office/drawing/2014/main" id="{DDA7ED0D-2631-05E7-635A-88D81CC3A4D7}"/>
              </a:ext>
            </a:extLst>
          </p:cNvPr>
          <p:cNvSpPr>
            <a:spLocks noGrp="1"/>
          </p:cNvSpPr>
          <p:nvPr>
            <p:ph type="dt" sz="half" idx="10"/>
          </p:nvPr>
        </p:nvSpPr>
        <p:spPr/>
        <p:txBody>
          <a:bodyPr/>
          <a:lstStyle/>
          <a:p>
            <a:fld id="{DEE4FD85-5D6D-4FA4-A373-26EC0F227592}" type="datetime1">
              <a:rPr lang="en-US" smtClean="0"/>
              <a:pPr/>
              <a:t>3/12/2026</a:t>
            </a:fld>
            <a:endParaRPr lang="en-US"/>
          </a:p>
        </p:txBody>
      </p:sp>
    </p:spTree>
    <p:extLst>
      <p:ext uri="{BB962C8B-B14F-4D97-AF65-F5344CB8AC3E}">
        <p14:creationId xmlns:p14="http://schemas.microsoft.com/office/powerpoint/2010/main" val="190296063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67512" y="1260123"/>
            <a:ext cx="3429386" cy="1004011"/>
          </a:xfrm>
        </p:spPr>
        <p:txBody>
          <a:bodyPr anchor="t">
            <a:normAutofit/>
          </a:bodyPr>
          <a:lstStyle>
            <a:lvl1pPr>
              <a:defRPr sz="4000"/>
            </a:lvl1pPr>
          </a:lstStyle>
          <a:p>
            <a:r>
              <a:rPr lang="en-US" dirty="0"/>
              <a:t>Click to edit Master title style</a:t>
            </a:r>
          </a:p>
        </p:txBody>
      </p:sp>
      <p:sp>
        <p:nvSpPr>
          <p:cNvPr id="7" name="Slide Number Placeholder 6">
            <a:extLst>
              <a:ext uri="{FF2B5EF4-FFF2-40B4-BE49-F238E27FC236}">
                <a16:creationId xmlns:a16="http://schemas.microsoft.com/office/drawing/2014/main" id="{BC39AD1E-0BFD-0C6E-EED4-3782FB82483A}"/>
              </a:ext>
            </a:extLst>
          </p:cNvPr>
          <p:cNvSpPr>
            <a:spLocks noGrp="1"/>
          </p:cNvSpPr>
          <p:nvPr>
            <p:ph type="sldNum" sz="quarter" idx="12"/>
          </p:nvPr>
        </p:nvSpPr>
        <p:spPr/>
        <p:txBody>
          <a:bodyPr/>
          <a:lstStyle/>
          <a:p>
            <a:fld id="{7ECAF3DD-865B-4F9E-8AEE-28157E83B0D8}" type="slidenum">
              <a:rPr lang="en-US" smtClean="0"/>
              <a:pPr/>
              <a:t>‹#›</a:t>
            </a:fld>
            <a:endParaRPr lang="en-US" dirty="0"/>
          </a:p>
        </p:txBody>
      </p:sp>
      <p:sp>
        <p:nvSpPr>
          <p:cNvPr id="6" name="Footer Placeholder 5">
            <a:extLst>
              <a:ext uri="{FF2B5EF4-FFF2-40B4-BE49-F238E27FC236}">
                <a16:creationId xmlns:a16="http://schemas.microsoft.com/office/drawing/2014/main" id="{2607554B-B714-3610-BD99-8CAEFA5662C2}"/>
              </a:ext>
            </a:extLst>
          </p:cNvPr>
          <p:cNvSpPr>
            <a:spLocks noGrp="1"/>
          </p:cNvSpPr>
          <p:nvPr>
            <p:ph type="ftr" sz="quarter" idx="11"/>
          </p:nvPr>
        </p:nvSpPr>
        <p:spPr/>
        <p:txBody>
          <a:bodyPr/>
          <a:lstStyle/>
          <a:p>
            <a:r>
              <a:rPr lang="en-US"/>
              <a:t>Presentation title</a:t>
            </a:r>
            <a:endParaRPr lang="en-US" dirty="0"/>
          </a:p>
        </p:txBody>
      </p:sp>
      <p:sp>
        <p:nvSpPr>
          <p:cNvPr id="5" name="Date Placeholder 4">
            <a:extLst>
              <a:ext uri="{FF2B5EF4-FFF2-40B4-BE49-F238E27FC236}">
                <a16:creationId xmlns:a16="http://schemas.microsoft.com/office/drawing/2014/main" id="{42AFEDF4-9C70-920E-A49D-7787AA6DA023}"/>
              </a:ext>
            </a:extLst>
          </p:cNvPr>
          <p:cNvSpPr>
            <a:spLocks noGrp="1"/>
          </p:cNvSpPr>
          <p:nvPr>
            <p:ph type="dt" sz="half" idx="10"/>
          </p:nvPr>
        </p:nvSpPr>
        <p:spPr/>
        <p:txBody>
          <a:bodyPr/>
          <a:lstStyle/>
          <a:p>
            <a:fld id="{DEE4FD85-5D6D-4FA4-A373-26EC0F227592}" type="datetime1">
              <a:rPr lang="en-US" smtClean="0"/>
              <a:pPr/>
              <a:t>3/12/2026</a:t>
            </a:fld>
            <a:endParaRPr lang="en-US"/>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67511" y="2584094"/>
            <a:ext cx="3410711" cy="3696085"/>
          </a:xfrm>
        </p:spPr>
        <p:txBody>
          <a:bodyPr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4398262" y="1260123"/>
            <a:ext cx="7141465" cy="5020056"/>
          </a:xfrm>
          <a:blipFill>
            <a:blip r:embed="rId2">
              <a:alphaModFix amt="60000"/>
              <a:extLst>
                <a:ext uri="{28A0092B-C50C-407E-A947-70E740481C1C}">
                  <a14:useLocalDpi xmlns:a14="http://schemas.microsoft.com/office/drawing/2010/main" val="0"/>
                </a:ext>
              </a:extLst>
            </a:blip>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Tree>
    <p:extLst>
      <p:ext uri="{BB962C8B-B14F-4D97-AF65-F5344CB8AC3E}">
        <p14:creationId xmlns:p14="http://schemas.microsoft.com/office/powerpoint/2010/main" val="162255599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67512" y="1260121"/>
            <a:ext cx="10856976" cy="2008021"/>
          </a:xfrm>
        </p:spPr>
        <p:txBody>
          <a:bodyPr anchor="b">
            <a:normAutofit/>
          </a:bodyPr>
          <a:lstStyle>
            <a:lvl1pPr>
              <a:defRPr sz="7200"/>
            </a:lvl1pPr>
          </a:lstStyle>
          <a:p>
            <a:r>
              <a:rPr lang="en-US" dirty="0"/>
              <a:t>Click to edit Master title style</a:t>
            </a:r>
          </a:p>
        </p:txBody>
      </p:sp>
      <p:sp>
        <p:nvSpPr>
          <p:cNvPr id="5" name="Slide Number Placeholder 4">
            <a:extLst>
              <a:ext uri="{FF2B5EF4-FFF2-40B4-BE49-F238E27FC236}">
                <a16:creationId xmlns:a16="http://schemas.microsoft.com/office/drawing/2014/main" id="{258D07FC-43F1-4E18-580C-3C44320F91FD}"/>
              </a:ext>
            </a:extLst>
          </p:cNvPr>
          <p:cNvSpPr>
            <a:spLocks noGrp="1"/>
          </p:cNvSpPr>
          <p:nvPr>
            <p:ph type="sldNum" sz="quarter" idx="16"/>
          </p:nvPr>
        </p:nvSpPr>
        <p:spPr/>
        <p:txBody>
          <a:bodyPr/>
          <a:lstStyle/>
          <a:p>
            <a:fld id="{7ECAF3DD-865B-4F9E-8AEE-28157E83B0D8}" type="slidenum">
              <a:rPr lang="en-US" smtClean="0"/>
              <a:pPr/>
              <a:t>‹#›</a:t>
            </a:fld>
            <a:endParaRPr lang="en-US" dirty="0"/>
          </a:p>
        </p:txBody>
      </p:sp>
      <p:sp>
        <p:nvSpPr>
          <p:cNvPr id="4" name="Footer Placeholder 3">
            <a:extLst>
              <a:ext uri="{FF2B5EF4-FFF2-40B4-BE49-F238E27FC236}">
                <a16:creationId xmlns:a16="http://schemas.microsoft.com/office/drawing/2014/main" id="{C225ABD4-FA73-E749-3EA0-9C6BA20EAC2D}"/>
              </a:ext>
            </a:extLst>
          </p:cNvPr>
          <p:cNvSpPr>
            <a:spLocks noGrp="1"/>
          </p:cNvSpPr>
          <p:nvPr>
            <p:ph type="ftr" sz="quarter" idx="15"/>
          </p:nvPr>
        </p:nvSpPr>
        <p:spPr/>
        <p:txBody>
          <a:bodyPr/>
          <a:lstStyle/>
          <a:p>
            <a:r>
              <a:rPr lang="en-US"/>
              <a:t>Presentation title</a:t>
            </a:r>
            <a:endParaRPr lang="en-US" dirty="0"/>
          </a:p>
        </p:txBody>
      </p:sp>
      <p:sp>
        <p:nvSpPr>
          <p:cNvPr id="3" name="Date Placeholder 2">
            <a:extLst>
              <a:ext uri="{FF2B5EF4-FFF2-40B4-BE49-F238E27FC236}">
                <a16:creationId xmlns:a16="http://schemas.microsoft.com/office/drawing/2014/main" id="{79A1E3B5-40D2-5FD4-06BA-E77052C7F056}"/>
              </a:ext>
            </a:extLst>
          </p:cNvPr>
          <p:cNvSpPr>
            <a:spLocks noGrp="1"/>
          </p:cNvSpPr>
          <p:nvPr>
            <p:ph type="dt" sz="half" idx="14"/>
          </p:nvPr>
        </p:nvSpPr>
        <p:spPr/>
        <p:txBody>
          <a:bodyPr/>
          <a:lstStyle/>
          <a:p>
            <a:fld id="{DEE4FD85-5D6D-4FA4-A373-26EC0F227592}" type="datetime1">
              <a:rPr lang="en-US" smtClean="0"/>
              <a:pPr/>
              <a:t>3/12/2026</a:t>
            </a:fld>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67511" y="3588104"/>
            <a:ext cx="10856977" cy="2692075"/>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369598464"/>
      </p:ext>
    </p:extLst>
  </p:cSld>
  <p:clrMapOvr>
    <a:overrideClrMapping bg1="dk1" tx1="lt1" bg2="dk2" tx2="lt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67512" y="2584093"/>
            <a:ext cx="8375902" cy="1688061"/>
          </a:xfrm>
        </p:spPr>
        <p:txBody>
          <a:bodyPr anchor="b">
            <a:noAutofit/>
          </a:bodyPr>
          <a:lstStyle>
            <a:lvl1pPr>
              <a:defRPr sz="7200"/>
            </a:lvl1pPr>
          </a:lstStyle>
          <a:p>
            <a:r>
              <a:rPr lang="en-US" dirty="0"/>
              <a:t>Click to edit Master title style</a:t>
            </a:r>
          </a:p>
        </p:txBody>
      </p:sp>
      <p:sp>
        <p:nvSpPr>
          <p:cNvPr id="5" name="Slide Number Placeholder 4">
            <a:extLst>
              <a:ext uri="{FF2B5EF4-FFF2-40B4-BE49-F238E27FC236}">
                <a16:creationId xmlns:a16="http://schemas.microsoft.com/office/drawing/2014/main" id="{5E6AA90F-CC56-0B2B-76BD-895A361811F3}"/>
              </a:ext>
            </a:extLst>
          </p:cNvPr>
          <p:cNvSpPr>
            <a:spLocks noGrp="1"/>
          </p:cNvSpPr>
          <p:nvPr>
            <p:ph type="sldNum" sz="quarter" idx="17"/>
          </p:nvPr>
        </p:nvSpPr>
        <p:spPr/>
        <p:txBody>
          <a:bodyPr/>
          <a:lstStyle/>
          <a:p>
            <a:fld id="{7ECAF3DD-865B-4F9E-8AEE-28157E83B0D8}" type="slidenum">
              <a:rPr lang="en-US" smtClean="0"/>
              <a:pPr/>
              <a:t>‹#›</a:t>
            </a:fld>
            <a:endParaRPr lang="en-US" dirty="0"/>
          </a:p>
        </p:txBody>
      </p:sp>
      <p:sp>
        <p:nvSpPr>
          <p:cNvPr id="4" name="Footer Placeholder 3">
            <a:extLst>
              <a:ext uri="{FF2B5EF4-FFF2-40B4-BE49-F238E27FC236}">
                <a16:creationId xmlns:a16="http://schemas.microsoft.com/office/drawing/2014/main" id="{CF8B045D-0D5B-3227-835A-58CF4E811909}"/>
              </a:ext>
            </a:extLst>
          </p:cNvPr>
          <p:cNvSpPr>
            <a:spLocks noGrp="1"/>
          </p:cNvSpPr>
          <p:nvPr>
            <p:ph type="ftr" sz="quarter" idx="16"/>
          </p:nvPr>
        </p:nvSpPr>
        <p:spPr/>
        <p:txBody>
          <a:bodyPr/>
          <a:lstStyle/>
          <a:p>
            <a:r>
              <a:rPr lang="en-US"/>
              <a:t>Presentation title</a:t>
            </a:r>
            <a:endParaRPr lang="en-US" dirty="0"/>
          </a:p>
        </p:txBody>
      </p:sp>
      <p:sp>
        <p:nvSpPr>
          <p:cNvPr id="3" name="Date Placeholder 2">
            <a:extLst>
              <a:ext uri="{FF2B5EF4-FFF2-40B4-BE49-F238E27FC236}">
                <a16:creationId xmlns:a16="http://schemas.microsoft.com/office/drawing/2014/main" id="{67A6090A-D950-230B-F6B3-C5035C3CEACF}"/>
              </a:ext>
            </a:extLst>
          </p:cNvPr>
          <p:cNvSpPr>
            <a:spLocks noGrp="1"/>
          </p:cNvSpPr>
          <p:nvPr>
            <p:ph type="dt" sz="half" idx="15"/>
          </p:nvPr>
        </p:nvSpPr>
        <p:spPr/>
        <p:txBody>
          <a:bodyPr/>
          <a:lstStyle/>
          <a:p>
            <a:fld id="{DEE4FD85-5D6D-4FA4-A373-26EC0F227592}" type="datetime1">
              <a:rPr lang="en-US" smtClean="0"/>
              <a:pPr/>
              <a:t>3/12/2026</a:t>
            </a:fld>
            <a:endParaRPr lang="en-US"/>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67512" y="4592115"/>
            <a:ext cx="8385048" cy="1688063"/>
          </a:xfrm>
        </p:spPr>
        <p:txBody>
          <a:bodyPr>
            <a:normAutofit/>
          </a:bodyPr>
          <a:lstStyle>
            <a:lvl1pPr marL="0" indent="0">
              <a:buNone/>
              <a:defRPr sz="1400"/>
            </a:lvl1pPr>
            <a:lvl2pPr marL="228600" indent="0">
              <a:buNone/>
              <a:defRPr sz="1200"/>
            </a:lvl2pPr>
            <a:lvl3pPr marL="457200" indent="0">
              <a:buNone/>
              <a:defRPr sz="1100"/>
            </a:lvl3pPr>
            <a:lvl4pPr marL="685800" indent="0">
              <a:buNone/>
              <a:defRPr sz="1100"/>
            </a:lvl4pPr>
            <a:lvl5pPr marL="914400" indent="0">
              <a:buNone/>
              <a:defRPr sz="105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03454866"/>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theme" Target="../theme/theme1.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67512" y="1260121"/>
            <a:ext cx="10872216" cy="1004011"/>
          </a:xfrm>
          <a:prstGeom prst="rect">
            <a:avLst/>
          </a:prstGeom>
        </p:spPr>
        <p:txBody>
          <a:bodyPr vert="horz" lIns="91440" tIns="45720" rIns="91440" bIns="45720" rtlCol="0" anchor="b">
            <a:normAutofit/>
          </a:bodyPr>
          <a:lstStyle/>
          <a:p>
            <a:r>
              <a:rPr lang="en-US" dirty="0"/>
              <a:t>Click to edit Master title style</a:t>
            </a:r>
          </a:p>
        </p:txBody>
      </p:sp>
      <p:sp>
        <p:nvSpPr>
          <p:cNvPr id="29" name="Slide Number Placeholder 5">
            <a:extLst>
              <a:ext uri="{FF2B5EF4-FFF2-40B4-BE49-F238E27FC236}">
                <a16:creationId xmlns:a16="http://schemas.microsoft.com/office/drawing/2014/main" id="{87E7F9E7-BD7C-7BD1-18C4-D0670D6F7056}"/>
              </a:ext>
            </a:extLst>
          </p:cNvPr>
          <p:cNvSpPr>
            <a:spLocks noGrp="1"/>
          </p:cNvSpPr>
          <p:nvPr>
            <p:ph type="sldNum" sz="quarter" idx="4"/>
          </p:nvPr>
        </p:nvSpPr>
        <p:spPr>
          <a:xfrm>
            <a:off x="667512" y="187882"/>
            <a:ext cx="266609" cy="365125"/>
          </a:xfrm>
          <a:prstGeom prst="rect">
            <a:avLst/>
          </a:prstGeom>
        </p:spPr>
        <p:txBody>
          <a:bodyPr lIns="0" rIns="0" anchor="ctr"/>
          <a:lstStyle>
            <a:lvl1pPr algn="l" rtl="0">
              <a:defRPr sz="900" b="1">
                <a:solidFill>
                  <a:schemeClr val="tx1"/>
                </a:solidFill>
                <a:latin typeface="+mj-lt"/>
              </a:defRPr>
            </a:lvl1pPr>
          </a:lstStyle>
          <a:p>
            <a:fld id="{7ECAF3DD-865B-4F9E-8AEE-28157E83B0D8}" type="slidenum">
              <a:rPr lang="en-US" smtClean="0"/>
              <a:pPr/>
              <a:t>‹#›</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934122" y="181066"/>
            <a:ext cx="3144101" cy="365125"/>
          </a:xfrm>
          <a:prstGeom prst="rect">
            <a:avLst/>
          </a:prstGeom>
        </p:spPr>
        <p:txBody>
          <a:bodyPr vert="horz" lIns="91440" tIns="45720" rIns="91440" bIns="45720" rtlCol="0" anchor="ctr"/>
          <a:lstStyle>
            <a:lvl1pPr algn="l" rtl="0">
              <a:defRPr sz="900">
                <a:solidFill>
                  <a:schemeClr val="tx1"/>
                </a:solidFill>
                <a:latin typeface="+mj-lt"/>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DEE4FD85-5D6D-4FA4-A373-26EC0F227592}" type="datetime1">
              <a:rPr lang="en-US" smtClean="0"/>
              <a:pPr/>
              <a:t>3/12/2026</a:t>
            </a:fld>
            <a:endParaRPr lang="en-US"/>
          </a:p>
        </p:txBody>
      </p:sp>
      <p:cxnSp>
        <p:nvCxnSpPr>
          <p:cNvPr id="26" name="Straight Connector 25">
            <a:extLst>
              <a:ext uri="{FF2B5EF4-FFF2-40B4-BE49-F238E27FC236}">
                <a16:creationId xmlns:a16="http://schemas.microsoft.com/office/drawing/2014/main" id="{BE2FCF00-BAB5-9903-A021-C98277BB5056}"/>
              </a:ext>
            </a:extLst>
          </p:cNvPr>
          <p:cNvCxnSpPr>
            <a:cxnSpLocks/>
          </p:cNvCxnSpPr>
          <p:nvPr userDrawn="1"/>
        </p:nvCxnSpPr>
        <p:spPr>
          <a:xfrm>
            <a:off x="652272" y="567605"/>
            <a:ext cx="108874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67512" y="2584094"/>
            <a:ext cx="10856976" cy="369608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23489491"/>
      </p:ext>
    </p:extLst>
  </p:cSld>
  <p:clrMap bg1="lt1" tx1="dk1" bg2="lt2" tx2="dk2" accent1="accent1" accent2="accent2" accent3="accent3" accent4="accent4" accent5="accent5" accent6="accent6" hlink="hlink" folHlink="folHlink"/>
  <p:sldLayoutIdLst>
    <p:sldLayoutId id="2147483728" r:id="rId1"/>
    <p:sldLayoutId id="2147483729" r:id="rId2"/>
    <p:sldLayoutId id="2147483730" r:id="rId3"/>
    <p:sldLayoutId id="2147483731" r:id="rId4"/>
    <p:sldLayoutId id="2147483732" r:id="rId5"/>
    <p:sldLayoutId id="2147483733" r:id="rId6"/>
    <p:sldLayoutId id="2147483734" r:id="rId7"/>
    <p:sldLayoutId id="2147483735" r:id="rId8"/>
    <p:sldLayoutId id="2147483736" r:id="rId9"/>
    <p:sldLayoutId id="2147483737" r:id="rId10"/>
    <p:sldLayoutId id="2147483738" r:id="rId11"/>
    <p:sldLayoutId id="2147483739" r:id="rId12"/>
    <p:sldLayoutId id="2147483740" r:id="rId13"/>
    <p:sldLayoutId id="2147483741" r:id="rId14"/>
    <p:sldLayoutId id="2147483742" r:id="rId15"/>
    <p:sldLayoutId id="2147483743" r:id="rId16"/>
    <p:sldLayoutId id="2147483744" r:id="rId17"/>
    <p:sldLayoutId id="2147483745" r:id="rId18"/>
    <p:sldLayoutId id="2147483746" r:id="rId19"/>
    <p:sldLayoutId id="2147483747" r:id="rId20"/>
    <p:sldLayoutId id="2147483748" r:id="rId21"/>
    <p:sldLayoutId id="2147483749" r:id="rId22"/>
    <p:sldLayoutId id="2147483750" r:id="rId23"/>
    <p:sldLayoutId id="2147483751" r:id="rId24"/>
    <p:sldLayoutId id="2147483752" r:id="rId25"/>
    <p:sldLayoutId id="2147483753" r:id="rId26"/>
    <p:sldLayoutId id="2147483754" r:id="rId27"/>
    <p:sldLayoutId id="2147483755" r:id="rId28"/>
    <p:sldLayoutId id="2147483756" r:id="rId29"/>
    <p:sldLayoutId id="2147483757" r:id="rId30"/>
    <p:sldLayoutId id="2147483758" r:id="rId31"/>
    <p:sldLayoutId id="2147483759" r:id="rId32"/>
    <p:sldLayoutId id="2147483760" r:id="rId33"/>
    <p:sldLayoutId id="2147483761" r:id="rId34"/>
    <p:sldLayoutId id="2147483762" r:id="rId35"/>
    <p:sldLayoutId id="2147483763" r:id="rId36"/>
    <p:sldLayoutId id="2147483764" r:id="rId37"/>
    <p:sldLayoutId id="2147483765" r:id="rId38"/>
    <p:sldLayoutId id="2147483766" r:id="rId39"/>
    <p:sldLayoutId id="2147483767" r:id="rId40"/>
    <p:sldLayoutId id="2147483768" r:id="rId41"/>
    <p:sldLayoutId id="2147483769" r:id="rId42"/>
    <p:sldLayoutId id="2147483770" r:id="rId43"/>
    <p:sldLayoutId id="2147483771" r:id="rId44"/>
    <p:sldLayoutId id="2147483772" r:id="rId45"/>
    <p:sldLayoutId id="2147483773" r:id="rId46"/>
    <p:sldLayoutId id="2147483774" r:id="rId47"/>
    <p:sldLayoutId id="2147483775" r:id="rId48"/>
    <p:sldLayoutId id="2147483776" r:id="rId49"/>
    <p:sldLayoutId id="2147483777" r:id="rId50"/>
    <p:sldLayoutId id="2147483778" r:id="rId51"/>
    <p:sldLayoutId id="2147483779" r:id="rId52"/>
    <p:sldLayoutId id="2147483780" r:id="rId53"/>
    <p:sldLayoutId id="2147483781" r:id="rId54"/>
    <p:sldLayoutId id="2147483782" r:id="rId55"/>
    <p:sldLayoutId id="2147483783" r:id="rId56"/>
    <p:sldLayoutId id="2147483784" r:id="rId57"/>
  </p:sldLayoutIdLst>
  <p:hf hdr="0"/>
  <p:txStyles>
    <p:titleStyle>
      <a:lvl1pPr algn="l" defTabSz="914400" rtl="0" eaLnBrk="1" latinLnBrk="0" hangingPunct="1">
        <a:lnSpc>
          <a:spcPct val="80000"/>
        </a:lnSpc>
        <a:spcBef>
          <a:spcPct val="0"/>
        </a:spcBef>
        <a:buNone/>
        <a:defRPr sz="2800" b="0" kern="1200" spc="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9" orient="horz" pos="2160">
          <p15:clr>
            <a:srgbClr val="F26B43"/>
          </p15:clr>
        </p15:guide>
        <p15:guide id="20" pos="3840">
          <p15:clr>
            <a:srgbClr val="F26B43"/>
          </p15:clr>
        </p15:guide>
        <p15:guide id="21" pos="7296">
          <p15:clr>
            <a:srgbClr val="F26B43"/>
          </p15:clr>
        </p15:guide>
        <p15:guide id="22" pos="38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35.xml"/></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35.xml"/></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8.xml"/><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9.xml"/><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1.xml"/><Relationship Id="rId1" Type="http://schemas.openxmlformats.org/officeDocument/2006/relationships/slideLayout" Target="../slideLayouts/slideLayout35.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2.xml"/><Relationship Id="rId1" Type="http://schemas.openxmlformats.org/officeDocument/2006/relationships/slideLayout" Target="../slideLayouts/slideLayout35.xml"/></Relationships>
</file>

<file path=ppt/slides/_rels/slide1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3.xml"/><Relationship Id="rId1" Type="http://schemas.openxmlformats.org/officeDocument/2006/relationships/slideLayout" Target="../slideLayouts/slideLayout3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5.xml"/><Relationship Id="rId1" Type="http://schemas.openxmlformats.org/officeDocument/2006/relationships/slideLayout" Target="../slideLayouts/slideLayout35.xml"/></Relationships>
</file>

<file path=ppt/slides/_rels/slide1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6.xml"/><Relationship Id="rId1" Type="http://schemas.openxmlformats.org/officeDocument/2006/relationships/slideLayout" Target="../slideLayouts/slideLayout35.xml"/></Relationships>
</file>

<file path=ppt/slides/_rels/slide1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7.xml"/><Relationship Id="rId1" Type="http://schemas.openxmlformats.org/officeDocument/2006/relationships/slideLayout" Target="../slideLayouts/slideLayout3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9.xml"/><Relationship Id="rId1" Type="http://schemas.openxmlformats.org/officeDocument/2006/relationships/slideLayout" Target="../slideLayouts/slideLayout35.xml"/></Relationships>
</file>

<file path=ppt/slides/_rels/slide2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0.xml"/><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1.xml"/><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796E6-AF02-F164-6204-1FC8717D9326}"/>
              </a:ext>
            </a:extLst>
          </p:cNvPr>
          <p:cNvSpPr>
            <a:spLocks noGrp="1"/>
          </p:cNvSpPr>
          <p:nvPr>
            <p:ph type="ctrTitle"/>
          </p:nvPr>
        </p:nvSpPr>
        <p:spPr>
          <a:xfrm>
            <a:off x="6885432" y="1260123"/>
            <a:ext cx="4639056" cy="3331993"/>
          </a:xfrm>
        </p:spPr>
        <p:txBody>
          <a:bodyPr anchor="t">
            <a:normAutofit/>
          </a:bodyPr>
          <a:lstStyle/>
          <a:p>
            <a:r>
              <a:rPr lang="en-US" sz="3300"/>
              <a:t>HealthifyMe HealthCheck Platform – Consulting-Style Business Requirements Overview</a:t>
            </a:r>
          </a:p>
        </p:txBody>
      </p:sp>
      <p:sp>
        <p:nvSpPr>
          <p:cNvPr id="3" name="Subtitle 2">
            <a:extLst>
              <a:ext uri="{FF2B5EF4-FFF2-40B4-BE49-F238E27FC236}">
                <a16:creationId xmlns:a16="http://schemas.microsoft.com/office/drawing/2014/main" id="{24849D49-4AC9-BB67-25C1-DE633A3C4B16}"/>
              </a:ext>
            </a:extLst>
          </p:cNvPr>
          <p:cNvSpPr>
            <a:spLocks noGrp="1"/>
          </p:cNvSpPr>
          <p:nvPr>
            <p:ph type="subTitle" idx="1"/>
          </p:nvPr>
        </p:nvSpPr>
        <p:spPr>
          <a:xfrm>
            <a:off x="6885430" y="5276167"/>
            <a:ext cx="4639057" cy="1004012"/>
          </a:xfrm>
        </p:spPr>
        <p:txBody>
          <a:bodyPr anchor="b">
            <a:normAutofit/>
          </a:bodyPr>
          <a:lstStyle/>
          <a:p>
            <a:r>
              <a:rPr lang="en-US"/>
              <a:t>Detailed overview of platform business requirements</a:t>
            </a:r>
          </a:p>
        </p:txBody>
      </p:sp>
      <p:sp>
        <p:nvSpPr>
          <p:cNvPr id="4" name="Slide Number Placeholder 3">
            <a:extLst>
              <a:ext uri="{FF2B5EF4-FFF2-40B4-BE49-F238E27FC236}">
                <a16:creationId xmlns:a16="http://schemas.microsoft.com/office/drawing/2014/main" id="{0E357D0D-A3FF-EB57-0DB6-6DFFBCDB139E}"/>
              </a:ext>
            </a:extLst>
          </p:cNvPr>
          <p:cNvSpPr>
            <a:spLocks noGrp="1"/>
          </p:cNvSpPr>
          <p:nvPr>
            <p:ph type="sldNum" sz="quarter" idx="4"/>
          </p:nvPr>
        </p:nvSpPr>
        <p:spPr>
          <a:xfrm>
            <a:off x="667512" y="187882"/>
            <a:ext cx="266609" cy="365125"/>
          </a:xfrm>
        </p:spPr>
        <p:txBody>
          <a:bodyPr anchor="ctr">
            <a:normAutofit/>
          </a:bodyPr>
          <a:lstStyle/>
          <a:p>
            <a:pPr>
              <a:spcAft>
                <a:spcPts val="600"/>
              </a:spcAft>
            </a:pPr>
            <a:fld id="{7ECAF3DD-865B-4F9E-8AEE-28157E83B0D8}" type="slidenum">
              <a:rPr lang="en-US" smtClean="0"/>
              <a:pPr>
                <a:spcAft>
                  <a:spcPts val="600"/>
                </a:spcAft>
              </a:pPr>
              <a:t>1</a:t>
            </a:fld>
            <a:endParaRPr lang="en-US"/>
          </a:p>
        </p:txBody>
      </p:sp>
      <p:sp>
        <p:nvSpPr>
          <p:cNvPr id="5" name="Footer Placeholder 4">
            <a:extLst>
              <a:ext uri="{FF2B5EF4-FFF2-40B4-BE49-F238E27FC236}">
                <a16:creationId xmlns:a16="http://schemas.microsoft.com/office/drawing/2014/main" id="{534775B1-67F1-9FE7-AC98-AFA3622C7C57}"/>
              </a:ext>
            </a:extLst>
          </p:cNvPr>
          <p:cNvSpPr>
            <a:spLocks noGrp="1"/>
          </p:cNvSpPr>
          <p:nvPr>
            <p:ph type="ftr" sz="quarter" idx="15"/>
          </p:nvPr>
        </p:nvSpPr>
        <p:spPr>
          <a:xfrm>
            <a:off x="934122" y="181066"/>
            <a:ext cx="3144101" cy="365125"/>
          </a:xfrm>
        </p:spPr>
        <p:txBody>
          <a:bodyPr anchor="ctr">
            <a:normAutofit/>
          </a:bodyPr>
          <a:lstStyle/>
          <a:p>
            <a:pPr>
              <a:spcAft>
                <a:spcPts val="600"/>
              </a:spcAft>
            </a:pPr>
            <a:r>
              <a:rPr lang="en-US"/>
              <a:t>Presentation title</a:t>
            </a:r>
          </a:p>
        </p:txBody>
      </p:sp>
      <p:sp>
        <p:nvSpPr>
          <p:cNvPr id="6" name="Date Placeholder 5">
            <a:extLst>
              <a:ext uri="{FF2B5EF4-FFF2-40B4-BE49-F238E27FC236}">
                <a16:creationId xmlns:a16="http://schemas.microsoft.com/office/drawing/2014/main" id="{B9532969-82EF-1499-047D-158B0313E9F9}"/>
              </a:ext>
            </a:extLst>
          </p:cNvPr>
          <p:cNvSpPr>
            <a:spLocks noGrp="1"/>
          </p:cNvSpPr>
          <p:nvPr>
            <p:ph type="dt" sz="half" idx="2"/>
          </p:nvPr>
        </p:nvSpPr>
        <p:spPr>
          <a:xfrm>
            <a:off x="9337084" y="181004"/>
            <a:ext cx="2202644" cy="365125"/>
          </a:xfrm>
        </p:spPr>
        <p:txBody>
          <a:bodyPr anchor="ctr">
            <a:normAutofit/>
          </a:bodyPr>
          <a:lstStyle/>
          <a:p>
            <a:pPr>
              <a:spcAft>
                <a:spcPts val="600"/>
              </a:spcAft>
            </a:pPr>
            <a:fld id="{817601D0-08EE-4682-8251-778D57A7E59F}" type="datetime1">
              <a:rPr lang="en-US" smtClean="0"/>
              <a:pPr>
                <a:spcAft>
                  <a:spcPts val="600"/>
                </a:spcAft>
              </a:pPr>
              <a:t>3/12/2026</a:t>
            </a:fld>
            <a:endParaRPr lang="en-US"/>
          </a:p>
        </p:txBody>
      </p:sp>
      <p:pic>
        <p:nvPicPr>
          <p:cNvPr id="7" name="Picture 6" descr="Video Conference, Smart Phone, Doctor, Advice, House">
            <a:extLst>
              <a:ext uri="{FF2B5EF4-FFF2-40B4-BE49-F238E27FC236}">
                <a16:creationId xmlns:a16="http://schemas.microsoft.com/office/drawing/2014/main" id="{866147D3-D33A-457A-98AE-09AF3BA607EB}"/>
              </a:ext>
            </a:extLst>
          </p:cNvPr>
          <p:cNvPicPr>
            <a:picLocks noChangeAspect="1"/>
          </p:cNvPicPr>
          <p:nvPr/>
        </p:nvPicPr>
        <p:blipFill>
          <a:blip r:embed="rId3"/>
          <a:srcRect r="21579" b="2"/>
          <a:stretch>
            <a:fillRect/>
          </a:stretch>
        </p:blipFill>
        <p:spPr>
          <a:xfrm>
            <a:off x="667511" y="1260122"/>
            <a:ext cx="5897881" cy="5020057"/>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p:spPr>
      </p:pic>
    </p:spTree>
    <p:extLst>
      <p:ext uri="{BB962C8B-B14F-4D97-AF65-F5344CB8AC3E}">
        <p14:creationId xmlns:p14="http://schemas.microsoft.com/office/powerpoint/2010/main" val="1550869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42"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30706-5B08-C86E-C990-7F17BAC0FD84}"/>
              </a:ext>
            </a:extLst>
          </p:cNvPr>
          <p:cNvSpPr>
            <a:spLocks noGrp="1"/>
          </p:cNvSpPr>
          <p:nvPr>
            <p:ph type="ctrTitle"/>
          </p:nvPr>
        </p:nvSpPr>
        <p:spPr>
          <a:xfrm>
            <a:off x="667512" y="1417671"/>
            <a:ext cx="7909560" cy="4906929"/>
          </a:xfrm>
        </p:spPr>
        <p:txBody>
          <a:bodyPr anchor="b">
            <a:normAutofit/>
          </a:bodyPr>
          <a:lstStyle/>
          <a:p>
            <a:r>
              <a:rPr lang="en-US"/>
              <a:t>Strategic Context and Value Proposition</a:t>
            </a:r>
          </a:p>
        </p:txBody>
      </p:sp>
      <p:sp>
        <p:nvSpPr>
          <p:cNvPr id="4" name="Slide Number Placeholder 3">
            <a:extLst>
              <a:ext uri="{FF2B5EF4-FFF2-40B4-BE49-F238E27FC236}">
                <a16:creationId xmlns:a16="http://schemas.microsoft.com/office/drawing/2014/main" id="{87B9DC38-BFE5-28DD-4629-7E6586E5C5E8}"/>
              </a:ext>
            </a:extLst>
          </p:cNvPr>
          <p:cNvSpPr>
            <a:spLocks noGrp="1"/>
          </p:cNvSpPr>
          <p:nvPr>
            <p:ph type="sldNum" sz="quarter" idx="4"/>
          </p:nvPr>
        </p:nvSpPr>
        <p:spPr>
          <a:xfrm>
            <a:off x="667512" y="187882"/>
            <a:ext cx="266609" cy="365125"/>
          </a:xfrm>
        </p:spPr>
        <p:txBody>
          <a:bodyPr anchor="ctr">
            <a:normAutofit/>
          </a:bodyPr>
          <a:lstStyle/>
          <a:p>
            <a:pPr>
              <a:spcAft>
                <a:spcPts val="600"/>
              </a:spcAft>
            </a:pPr>
            <a:fld id="{7ECAF3DD-865B-4F9E-8AEE-28157E83B0D8}" type="slidenum">
              <a:rPr lang="en-US" smtClean="0"/>
              <a:pPr>
                <a:spcAft>
                  <a:spcPts val="600"/>
                </a:spcAft>
              </a:pPr>
              <a:t>2</a:t>
            </a:fld>
            <a:endParaRPr lang="en-US"/>
          </a:p>
        </p:txBody>
      </p:sp>
      <p:sp>
        <p:nvSpPr>
          <p:cNvPr id="5" name="Footer Placeholder 4">
            <a:extLst>
              <a:ext uri="{FF2B5EF4-FFF2-40B4-BE49-F238E27FC236}">
                <a16:creationId xmlns:a16="http://schemas.microsoft.com/office/drawing/2014/main" id="{546A1C94-133D-556F-FF84-7C81C4DB47B4}"/>
              </a:ext>
            </a:extLst>
          </p:cNvPr>
          <p:cNvSpPr>
            <a:spLocks noGrp="1"/>
          </p:cNvSpPr>
          <p:nvPr>
            <p:ph type="ftr" sz="quarter" idx="15"/>
          </p:nvPr>
        </p:nvSpPr>
        <p:spPr>
          <a:xfrm>
            <a:off x="934122" y="181066"/>
            <a:ext cx="3144101" cy="365125"/>
          </a:xfrm>
        </p:spPr>
        <p:txBody>
          <a:bodyPr anchor="ctr">
            <a:normAutofit/>
          </a:bodyPr>
          <a:lstStyle/>
          <a:p>
            <a:pPr>
              <a:spcAft>
                <a:spcPts val="600"/>
              </a:spcAft>
            </a:pPr>
            <a:r>
              <a:rPr lang="en-US"/>
              <a:t>Presentation title</a:t>
            </a:r>
          </a:p>
        </p:txBody>
      </p:sp>
      <p:sp>
        <p:nvSpPr>
          <p:cNvPr id="6" name="Date Placeholder 5">
            <a:extLst>
              <a:ext uri="{FF2B5EF4-FFF2-40B4-BE49-F238E27FC236}">
                <a16:creationId xmlns:a16="http://schemas.microsoft.com/office/drawing/2014/main" id="{C6D7923B-D368-0893-34C0-5D013AAC28B6}"/>
              </a:ext>
            </a:extLst>
          </p:cNvPr>
          <p:cNvSpPr>
            <a:spLocks noGrp="1"/>
          </p:cNvSpPr>
          <p:nvPr>
            <p:ph type="dt" sz="half" idx="2"/>
          </p:nvPr>
        </p:nvSpPr>
        <p:spPr>
          <a:xfrm>
            <a:off x="9337084" y="181004"/>
            <a:ext cx="2202644" cy="365125"/>
          </a:xfrm>
        </p:spPr>
        <p:txBody>
          <a:bodyPr anchor="ctr">
            <a:normAutofit/>
          </a:bodyPr>
          <a:lstStyle/>
          <a:p>
            <a:pPr>
              <a:spcAft>
                <a:spcPts val="600"/>
              </a:spcAft>
            </a:pPr>
            <a:fld id="{817601D0-08EE-4682-8251-778D57A7E59F}" type="datetime1">
              <a:rPr lang="en-US" smtClean="0"/>
              <a:pPr>
                <a:spcAft>
                  <a:spcPts val="600"/>
                </a:spcAft>
              </a:pPr>
              <a:t>3/12/2026</a:t>
            </a:fld>
            <a:endParaRPr lang="en-US"/>
          </a:p>
        </p:txBody>
      </p:sp>
    </p:spTree>
    <p:extLst>
      <p:ext uri="{BB962C8B-B14F-4D97-AF65-F5344CB8AC3E}">
        <p14:creationId xmlns:p14="http://schemas.microsoft.com/office/powerpoint/2010/main" val="332749587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3DC19-74D7-DC0D-60FC-15B4EB5ABC02}"/>
              </a:ext>
            </a:extLst>
          </p:cNvPr>
          <p:cNvSpPr>
            <a:spLocks noGrp="1"/>
          </p:cNvSpPr>
          <p:nvPr>
            <p:ph type="title"/>
          </p:nvPr>
        </p:nvSpPr>
        <p:spPr>
          <a:xfrm>
            <a:off x="667512" y="1260124"/>
            <a:ext cx="4654296" cy="1004010"/>
          </a:xfrm>
        </p:spPr>
        <p:txBody>
          <a:bodyPr anchor="t">
            <a:normAutofit/>
          </a:bodyPr>
          <a:lstStyle/>
          <a:p>
            <a:r>
              <a:rPr lang="en-US" sz="3700"/>
              <a:t>Executive Summary and Platform Vision</a:t>
            </a:r>
          </a:p>
        </p:txBody>
      </p:sp>
      <p:sp>
        <p:nvSpPr>
          <p:cNvPr id="4" name="Slide Number Placeholder 3">
            <a:extLst>
              <a:ext uri="{FF2B5EF4-FFF2-40B4-BE49-F238E27FC236}">
                <a16:creationId xmlns:a16="http://schemas.microsoft.com/office/drawing/2014/main" id="{30259D6A-2F3D-5D16-BAD7-7ECC70E2B52D}"/>
              </a:ext>
            </a:extLst>
          </p:cNvPr>
          <p:cNvSpPr>
            <a:spLocks noGrp="1"/>
          </p:cNvSpPr>
          <p:nvPr>
            <p:ph type="sldNum" sz="quarter" idx="4"/>
          </p:nvPr>
        </p:nvSpPr>
        <p:spPr>
          <a:xfrm>
            <a:off x="667512" y="187882"/>
            <a:ext cx="266609" cy="365125"/>
          </a:xfrm>
        </p:spPr>
        <p:txBody>
          <a:bodyPr anchor="ctr">
            <a:normAutofit/>
          </a:bodyPr>
          <a:lstStyle/>
          <a:p>
            <a:pPr>
              <a:spcAft>
                <a:spcPts val="600"/>
              </a:spcAft>
            </a:pPr>
            <a:fld id="{7ECAF3DD-865B-4F9E-8AEE-28157E83B0D8}" type="slidenum">
              <a:rPr lang="en-US" smtClean="0"/>
              <a:pPr>
                <a:spcAft>
                  <a:spcPts val="600"/>
                </a:spcAft>
              </a:pPr>
              <a:t>3</a:t>
            </a:fld>
            <a:endParaRPr lang="en-US"/>
          </a:p>
        </p:txBody>
      </p:sp>
      <p:sp>
        <p:nvSpPr>
          <p:cNvPr id="5" name="Footer Placeholder 4">
            <a:extLst>
              <a:ext uri="{FF2B5EF4-FFF2-40B4-BE49-F238E27FC236}">
                <a16:creationId xmlns:a16="http://schemas.microsoft.com/office/drawing/2014/main" id="{F25760C8-F9ED-2BF7-6D77-ABDFC1A36026}"/>
              </a:ext>
            </a:extLst>
          </p:cNvPr>
          <p:cNvSpPr>
            <a:spLocks noGrp="1"/>
          </p:cNvSpPr>
          <p:nvPr>
            <p:ph type="ftr" sz="quarter" idx="15"/>
          </p:nvPr>
        </p:nvSpPr>
        <p:spPr>
          <a:xfrm>
            <a:off x="934122" y="181066"/>
            <a:ext cx="3144101" cy="365125"/>
          </a:xfrm>
        </p:spPr>
        <p:txBody>
          <a:bodyPr anchor="ctr">
            <a:normAutofit/>
          </a:bodyPr>
          <a:lstStyle/>
          <a:p>
            <a:pPr>
              <a:spcAft>
                <a:spcPts val="600"/>
              </a:spcAft>
            </a:pPr>
            <a:r>
              <a:rPr lang="en-US"/>
              <a:t>Presentation title</a:t>
            </a:r>
          </a:p>
        </p:txBody>
      </p:sp>
      <p:sp>
        <p:nvSpPr>
          <p:cNvPr id="6" name="Date Placeholder 5">
            <a:extLst>
              <a:ext uri="{FF2B5EF4-FFF2-40B4-BE49-F238E27FC236}">
                <a16:creationId xmlns:a16="http://schemas.microsoft.com/office/drawing/2014/main" id="{82DFCBA3-CD8A-5812-BA15-B18E7853EAD4}"/>
              </a:ext>
            </a:extLst>
          </p:cNvPr>
          <p:cNvSpPr>
            <a:spLocks noGrp="1"/>
          </p:cNvSpPr>
          <p:nvPr>
            <p:ph type="dt" sz="half" idx="2"/>
          </p:nvPr>
        </p:nvSpPr>
        <p:spPr>
          <a:xfrm>
            <a:off x="9337084" y="181004"/>
            <a:ext cx="2202644" cy="365125"/>
          </a:xfrm>
        </p:spPr>
        <p:txBody>
          <a:bodyPr anchor="ctr">
            <a:normAutofit/>
          </a:bodyPr>
          <a:lstStyle/>
          <a:p>
            <a:pPr>
              <a:spcAft>
                <a:spcPts val="600"/>
              </a:spcAft>
            </a:pPr>
            <a:fld id="{DEE4FD85-5D6D-4FA4-A373-26EC0F227592}" type="datetime1">
              <a:rPr lang="en-US" smtClean="0"/>
              <a:pPr>
                <a:spcAft>
                  <a:spcPts val="600"/>
                </a:spcAft>
              </a:pPr>
              <a:t>3/12/2026</a:t>
            </a:fld>
            <a:endParaRPr lang="en-US"/>
          </a:p>
        </p:txBody>
      </p:sp>
      <p:pic>
        <p:nvPicPr>
          <p:cNvPr id="8" name="Content Placeholder 7" descr="A smart meter on a kitchen work surface showing the households current energy consumption and costs">
            <a:extLst>
              <a:ext uri="{FF2B5EF4-FFF2-40B4-BE49-F238E27FC236}">
                <a16:creationId xmlns:a16="http://schemas.microsoft.com/office/drawing/2014/main" id="{C1808A2F-3058-424D-A0AB-CE7B3717DC1F}"/>
              </a:ext>
            </a:extLst>
          </p:cNvPr>
          <p:cNvPicPr>
            <a:picLocks noGrp="1" noChangeAspect="1"/>
          </p:cNvPicPr>
          <p:nvPr>
            <p:ph type="pic" sz="quarter" idx="13"/>
          </p:nvPr>
        </p:nvPicPr>
        <p:blipFill>
          <a:blip r:embed="rId3"/>
          <a:srcRect l="22192" r="40345" b="1"/>
          <a:stretch>
            <a:fillRect/>
          </a:stretch>
        </p:blipFill>
        <p:spPr>
          <a:xfrm>
            <a:off x="667512" y="2584094"/>
            <a:ext cx="4654296" cy="3696086"/>
          </a:xfrm>
        </p:spPr>
      </p:pic>
      <p:sp>
        <p:nvSpPr>
          <p:cNvPr id="3" name="Content Placeholder 2">
            <a:extLst>
              <a:ext uri="{FF2B5EF4-FFF2-40B4-BE49-F238E27FC236}">
                <a16:creationId xmlns:a16="http://schemas.microsoft.com/office/drawing/2014/main" id="{A3F7C1BB-0EC1-EEC9-0B36-D3044EFA6BA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41849" y="1260123"/>
            <a:ext cx="5882639" cy="5020056"/>
          </a:xfrm>
        </p:spPr>
        <p:txBody>
          <a:bodyPr>
            <a:normAutofit/>
          </a:bodyPr>
          <a:lstStyle/>
          <a:p>
            <a:pPr marL="0" indent="0">
              <a:spcBef>
                <a:spcPts val="2500"/>
              </a:spcBef>
              <a:buFont typeface="Arial" panose="020B0604020202020204" pitchFamily="34" charset="0"/>
              <a:buNone/>
            </a:pPr>
            <a:r>
              <a:rPr lang="en-US" b="1"/>
              <a:t>Unified Digital Health Solution</a:t>
            </a:r>
          </a:p>
          <a:p>
            <a:pPr marL="0" lvl="1" indent="0">
              <a:buFont typeface="Arial" panose="020B0604020202020204" pitchFamily="34" charset="0"/>
              <a:buNone/>
            </a:pPr>
            <a:r>
              <a:t>HealthifyMe offers a unified platform for health, fitness, and wellness with real-time, personalized feedback and insights.</a:t>
            </a:r>
            <a:endParaRPr lang="en-US"/>
          </a:p>
          <a:p>
            <a:pPr marL="0" indent="0">
              <a:spcBef>
                <a:spcPts val="2500"/>
              </a:spcBef>
              <a:buFont typeface="Arial" panose="020B0604020202020204" pitchFamily="34" charset="0"/>
              <a:buNone/>
            </a:pPr>
            <a:r>
              <a:rPr lang="en-US" b="1"/>
              <a:t>Self-Service Health Assessments</a:t>
            </a:r>
          </a:p>
          <a:p>
            <a:pPr marL="0" lvl="1" indent="0">
              <a:buFont typeface="Arial" panose="020B0604020202020204" pitchFamily="34" charset="0"/>
              <a:buNone/>
            </a:pPr>
            <a:r>
              <a:t>Users input key physical and lifestyle data to instantly receive calculated health metrics like BMI and heart rate trends.</a:t>
            </a:r>
            <a:endParaRPr lang="en-US"/>
          </a:p>
          <a:p>
            <a:pPr marL="0" indent="0">
              <a:spcBef>
                <a:spcPts val="2500"/>
              </a:spcBef>
              <a:buFont typeface="Arial" panose="020B0604020202020204" pitchFamily="34" charset="0"/>
              <a:buNone/>
            </a:pPr>
            <a:r>
              <a:rPr lang="en-US" b="1"/>
              <a:t>Scalable B2C and B2B Value</a:t>
            </a:r>
          </a:p>
          <a:p>
            <a:pPr marL="0" lvl="1" indent="0">
              <a:buFont typeface="Arial" panose="020B0604020202020204" pitchFamily="34" charset="0"/>
              <a:buNone/>
            </a:pPr>
            <a:r>
              <a:t>Platform serves individuals and corporate wellness programs, enabling scalable preventive healthcare solutions.</a:t>
            </a:r>
            <a:endParaRPr lang="en-US"/>
          </a:p>
          <a:p>
            <a:pPr marL="0" indent="0">
              <a:spcBef>
                <a:spcPts val="2500"/>
              </a:spcBef>
              <a:buFont typeface="Arial" panose="020B0604020202020204" pitchFamily="34" charset="0"/>
              <a:buNone/>
            </a:pPr>
            <a:r>
              <a:rPr lang="en-US" b="1"/>
              <a:t>Actionable Preventive Care</a:t>
            </a:r>
          </a:p>
          <a:p>
            <a:pPr marL="0" lvl="1" indent="0">
              <a:buFont typeface="Arial" panose="020B0604020202020204" pitchFamily="34" charset="0"/>
              <a:buNone/>
            </a:pPr>
            <a:r>
              <a:t>The platform translates complex data into clear signals for early risk identification and behavior change support.</a:t>
            </a:r>
            <a:endParaRPr lang="en-US"/>
          </a:p>
        </p:txBody>
      </p:sp>
    </p:spTree>
    <p:extLst>
      <p:ext uri="{BB962C8B-B14F-4D97-AF65-F5344CB8AC3E}">
        <p14:creationId xmlns:p14="http://schemas.microsoft.com/office/powerpoint/2010/main" val="330902854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29D07-A1E2-DE14-DB17-09E9525DB613}"/>
              </a:ext>
            </a:extLst>
          </p:cNvPr>
          <p:cNvSpPr>
            <a:spLocks noGrp="1"/>
          </p:cNvSpPr>
          <p:nvPr>
            <p:ph type="title"/>
          </p:nvPr>
        </p:nvSpPr>
        <p:spPr>
          <a:xfrm>
            <a:off x="667512" y="1260124"/>
            <a:ext cx="4654296" cy="1004010"/>
          </a:xfrm>
        </p:spPr>
        <p:txBody>
          <a:bodyPr anchor="t">
            <a:normAutofit/>
          </a:bodyPr>
          <a:lstStyle/>
          <a:p>
            <a:r>
              <a:rPr lang="en-US" sz="3400"/>
              <a:t>Business Problem and Market Opportunity</a:t>
            </a:r>
          </a:p>
        </p:txBody>
      </p:sp>
      <p:sp>
        <p:nvSpPr>
          <p:cNvPr id="4" name="Slide Number Placeholder 3">
            <a:extLst>
              <a:ext uri="{FF2B5EF4-FFF2-40B4-BE49-F238E27FC236}">
                <a16:creationId xmlns:a16="http://schemas.microsoft.com/office/drawing/2014/main" id="{91760629-F137-EE1B-BE3C-DEDBE9234D2D}"/>
              </a:ext>
            </a:extLst>
          </p:cNvPr>
          <p:cNvSpPr>
            <a:spLocks noGrp="1"/>
          </p:cNvSpPr>
          <p:nvPr>
            <p:ph type="sldNum" sz="quarter" idx="4"/>
          </p:nvPr>
        </p:nvSpPr>
        <p:spPr>
          <a:xfrm>
            <a:off x="667512" y="187882"/>
            <a:ext cx="266609" cy="365125"/>
          </a:xfrm>
        </p:spPr>
        <p:txBody>
          <a:bodyPr anchor="ctr">
            <a:normAutofit/>
          </a:bodyPr>
          <a:lstStyle/>
          <a:p>
            <a:pPr>
              <a:spcAft>
                <a:spcPts val="600"/>
              </a:spcAft>
            </a:pPr>
            <a:fld id="{7ECAF3DD-865B-4F9E-8AEE-28157E83B0D8}" type="slidenum">
              <a:rPr lang="en-US" smtClean="0"/>
              <a:pPr>
                <a:spcAft>
                  <a:spcPts val="600"/>
                </a:spcAft>
              </a:pPr>
              <a:t>4</a:t>
            </a:fld>
            <a:endParaRPr lang="en-US"/>
          </a:p>
        </p:txBody>
      </p:sp>
      <p:sp>
        <p:nvSpPr>
          <p:cNvPr id="5" name="Footer Placeholder 4">
            <a:extLst>
              <a:ext uri="{FF2B5EF4-FFF2-40B4-BE49-F238E27FC236}">
                <a16:creationId xmlns:a16="http://schemas.microsoft.com/office/drawing/2014/main" id="{0941367A-04A1-AE22-8262-54BBFEC9A25D}"/>
              </a:ext>
            </a:extLst>
          </p:cNvPr>
          <p:cNvSpPr>
            <a:spLocks noGrp="1"/>
          </p:cNvSpPr>
          <p:nvPr>
            <p:ph type="ftr" sz="quarter" idx="15"/>
          </p:nvPr>
        </p:nvSpPr>
        <p:spPr>
          <a:xfrm>
            <a:off x="934122" y="181066"/>
            <a:ext cx="3144101" cy="365125"/>
          </a:xfrm>
        </p:spPr>
        <p:txBody>
          <a:bodyPr anchor="ctr">
            <a:normAutofit/>
          </a:bodyPr>
          <a:lstStyle/>
          <a:p>
            <a:pPr>
              <a:spcAft>
                <a:spcPts val="600"/>
              </a:spcAft>
            </a:pPr>
            <a:r>
              <a:rPr lang="en-US"/>
              <a:t>Presentation title</a:t>
            </a:r>
          </a:p>
        </p:txBody>
      </p:sp>
      <p:sp>
        <p:nvSpPr>
          <p:cNvPr id="6" name="Date Placeholder 5">
            <a:extLst>
              <a:ext uri="{FF2B5EF4-FFF2-40B4-BE49-F238E27FC236}">
                <a16:creationId xmlns:a16="http://schemas.microsoft.com/office/drawing/2014/main" id="{A47E4103-745D-D07B-8A6A-ADD47E5CC835}"/>
              </a:ext>
            </a:extLst>
          </p:cNvPr>
          <p:cNvSpPr>
            <a:spLocks noGrp="1"/>
          </p:cNvSpPr>
          <p:nvPr>
            <p:ph type="dt" sz="half" idx="2"/>
          </p:nvPr>
        </p:nvSpPr>
        <p:spPr>
          <a:xfrm>
            <a:off x="9337084" y="181004"/>
            <a:ext cx="2202644" cy="365125"/>
          </a:xfrm>
        </p:spPr>
        <p:txBody>
          <a:bodyPr anchor="ctr">
            <a:normAutofit/>
          </a:bodyPr>
          <a:lstStyle/>
          <a:p>
            <a:pPr>
              <a:spcAft>
                <a:spcPts val="600"/>
              </a:spcAft>
            </a:pPr>
            <a:fld id="{DEE4FD85-5D6D-4FA4-A373-26EC0F227592}" type="datetime1">
              <a:rPr lang="en-US" smtClean="0"/>
              <a:pPr>
                <a:spcAft>
                  <a:spcPts val="600"/>
                </a:spcAft>
              </a:pPr>
              <a:t>3/12/2026</a:t>
            </a:fld>
            <a:endParaRPr lang="en-US"/>
          </a:p>
        </p:txBody>
      </p:sp>
      <p:pic>
        <p:nvPicPr>
          <p:cNvPr id="8" name="Content Placeholder 7" descr="Medical interface of the future, a system for managing medical data obtained by scanning the neural network of the human brain. Thanks to modern technologies and the help of neural networks, it is possible to make predictions and diagnose diseases at an early stage.">
            <a:extLst>
              <a:ext uri="{FF2B5EF4-FFF2-40B4-BE49-F238E27FC236}">
                <a16:creationId xmlns:a16="http://schemas.microsoft.com/office/drawing/2014/main" id="{50E3D2AE-3257-4D9D-9D7F-4F4059003D48}"/>
              </a:ext>
            </a:extLst>
          </p:cNvPr>
          <p:cNvPicPr>
            <a:picLocks noGrp="1" noChangeAspect="1"/>
          </p:cNvPicPr>
          <p:nvPr>
            <p:ph type="pic" sz="quarter" idx="13"/>
          </p:nvPr>
        </p:nvPicPr>
        <p:blipFill>
          <a:blip r:embed="rId3"/>
          <a:srcRect l="14618" r="18956"/>
          <a:stretch>
            <a:fillRect/>
          </a:stretch>
        </p:blipFill>
        <p:spPr>
          <a:xfrm>
            <a:off x="667512" y="2584094"/>
            <a:ext cx="4654296" cy="3696086"/>
          </a:xfrm>
        </p:spPr>
      </p:pic>
      <p:sp>
        <p:nvSpPr>
          <p:cNvPr id="3" name="Content Placeholder 2">
            <a:extLst>
              <a:ext uri="{FF2B5EF4-FFF2-40B4-BE49-F238E27FC236}">
                <a16:creationId xmlns:a16="http://schemas.microsoft.com/office/drawing/2014/main" id="{2B57FF1F-645D-2566-1EE6-FB3EE1902EF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41849" y="1260123"/>
            <a:ext cx="5882639" cy="5020056"/>
          </a:xfrm>
        </p:spPr>
        <p:txBody>
          <a:bodyPr>
            <a:normAutofit/>
          </a:bodyPr>
          <a:lstStyle/>
          <a:p>
            <a:pPr marL="0" indent="0">
              <a:spcBef>
                <a:spcPts val="2500"/>
              </a:spcBef>
              <a:buFont typeface="Arial" panose="020B0604020202020204" pitchFamily="34" charset="0"/>
              <a:buNone/>
            </a:pPr>
            <a:r>
              <a:rPr lang="en-US" b="1"/>
              <a:t>Fragmented Health Data Challenges</a:t>
            </a:r>
          </a:p>
          <a:p>
            <a:pPr marL="0" lvl="1" indent="0">
              <a:buFont typeface="Arial" panose="020B0604020202020204" pitchFamily="34" charset="0"/>
              <a:buNone/>
            </a:pPr>
            <a:r>
              <a:t>Health data is scattered across multiple platforms, hindering accurate analysis and meaningful insights.</a:t>
            </a:r>
            <a:endParaRPr lang="en-US"/>
          </a:p>
          <a:p>
            <a:pPr marL="0" indent="0">
              <a:spcBef>
                <a:spcPts val="2500"/>
              </a:spcBef>
              <a:buFont typeface="Arial" panose="020B0604020202020204" pitchFamily="34" charset="0"/>
              <a:buNone/>
            </a:pPr>
            <a:r>
              <a:rPr lang="en-US" b="1"/>
              <a:t>Lack of Actionable Insights</a:t>
            </a:r>
          </a:p>
          <a:p>
            <a:pPr marL="0" lvl="1" indent="0">
              <a:buFont typeface="Arial" panose="020B0604020202020204" pitchFamily="34" charset="0"/>
              <a:buNone/>
            </a:pPr>
            <a:r>
              <a:t>Most platforms display data but fail to provide personalized, actionable health recommendations to users.</a:t>
            </a:r>
            <a:endParaRPr lang="en-US"/>
          </a:p>
          <a:p>
            <a:pPr marL="0" indent="0">
              <a:spcBef>
                <a:spcPts val="2500"/>
              </a:spcBef>
              <a:buFont typeface="Arial" panose="020B0604020202020204" pitchFamily="34" charset="0"/>
              <a:buNone/>
            </a:pPr>
            <a:r>
              <a:rPr lang="en-US" b="1"/>
              <a:t>Market Opportunity for Integration</a:t>
            </a:r>
          </a:p>
          <a:p>
            <a:pPr marL="0" lvl="1" indent="0">
              <a:buFont typeface="Arial" panose="020B0604020202020204" pitchFamily="34" charset="0"/>
              <a:buNone/>
            </a:pPr>
            <a:r>
              <a:t>An integrated health dashboard can consolidate inputs, automate calculations, and deliver engaging, insightful visualizations.</a:t>
            </a:r>
            <a:endParaRPr lang="en-US"/>
          </a:p>
          <a:p>
            <a:pPr marL="0" indent="0">
              <a:spcBef>
                <a:spcPts val="2500"/>
              </a:spcBef>
              <a:buFont typeface="Arial" panose="020B0604020202020204" pitchFamily="34" charset="0"/>
              <a:buNone/>
            </a:pPr>
            <a:r>
              <a:rPr lang="en-US" b="1"/>
              <a:t>Business Potential and Growth Drivers</a:t>
            </a:r>
          </a:p>
          <a:p>
            <a:pPr marL="0" lvl="1" indent="0">
              <a:buFont typeface="Arial" panose="020B0604020202020204" pitchFamily="34" charset="0"/>
              <a:buNone/>
            </a:pPr>
            <a:r>
              <a:t>Rising preventive health awareness, smartphone adoption, and demand for scalable wellness solutions fuel business growth.</a:t>
            </a:r>
            <a:endParaRPr lang="en-US"/>
          </a:p>
        </p:txBody>
      </p:sp>
    </p:spTree>
    <p:extLst>
      <p:ext uri="{BB962C8B-B14F-4D97-AF65-F5344CB8AC3E}">
        <p14:creationId xmlns:p14="http://schemas.microsoft.com/office/powerpoint/2010/main" val="121399976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9F7AC-FDEC-F435-4C3C-9F1CEE2E9A76}"/>
              </a:ext>
            </a:extLst>
          </p:cNvPr>
          <p:cNvSpPr>
            <a:spLocks noGrp="1"/>
          </p:cNvSpPr>
          <p:nvPr>
            <p:ph type="title"/>
          </p:nvPr>
        </p:nvSpPr>
        <p:spPr>
          <a:xfrm>
            <a:off x="667509" y="1261872"/>
            <a:ext cx="8385049" cy="1027074"/>
          </a:xfrm>
        </p:spPr>
        <p:txBody>
          <a:bodyPr anchor="b">
            <a:normAutofit/>
          </a:bodyPr>
          <a:lstStyle/>
          <a:p>
            <a:r>
              <a:rPr lang="en-US" sz="3700"/>
              <a:t>Strategic Objectives and Success Targets</a:t>
            </a:r>
          </a:p>
        </p:txBody>
      </p:sp>
      <p:sp>
        <p:nvSpPr>
          <p:cNvPr id="4" name="Slide Number Placeholder 3">
            <a:extLst>
              <a:ext uri="{FF2B5EF4-FFF2-40B4-BE49-F238E27FC236}">
                <a16:creationId xmlns:a16="http://schemas.microsoft.com/office/drawing/2014/main" id="{E036F6D1-B619-3DC0-0198-5ED5910C07E4}"/>
              </a:ext>
            </a:extLst>
          </p:cNvPr>
          <p:cNvSpPr>
            <a:spLocks noGrp="1"/>
          </p:cNvSpPr>
          <p:nvPr>
            <p:ph type="sldNum" sz="quarter" idx="4"/>
          </p:nvPr>
        </p:nvSpPr>
        <p:spPr>
          <a:xfrm>
            <a:off x="667512" y="187882"/>
            <a:ext cx="266609" cy="365125"/>
          </a:xfrm>
        </p:spPr>
        <p:txBody>
          <a:bodyPr anchor="ctr">
            <a:normAutofit/>
          </a:bodyPr>
          <a:lstStyle/>
          <a:p>
            <a:pPr>
              <a:spcAft>
                <a:spcPts val="600"/>
              </a:spcAft>
            </a:pPr>
            <a:fld id="{7ECAF3DD-865B-4F9E-8AEE-28157E83B0D8}" type="slidenum">
              <a:rPr lang="en-US" smtClean="0"/>
              <a:pPr>
                <a:spcAft>
                  <a:spcPts val="600"/>
                </a:spcAft>
              </a:pPr>
              <a:t>5</a:t>
            </a:fld>
            <a:endParaRPr lang="en-US"/>
          </a:p>
        </p:txBody>
      </p:sp>
      <p:sp>
        <p:nvSpPr>
          <p:cNvPr id="5" name="Footer Placeholder 4">
            <a:extLst>
              <a:ext uri="{FF2B5EF4-FFF2-40B4-BE49-F238E27FC236}">
                <a16:creationId xmlns:a16="http://schemas.microsoft.com/office/drawing/2014/main" id="{B13477FE-4832-E857-E87D-3670098D1BF8}"/>
              </a:ext>
            </a:extLst>
          </p:cNvPr>
          <p:cNvSpPr>
            <a:spLocks noGrp="1"/>
          </p:cNvSpPr>
          <p:nvPr>
            <p:ph type="ftr" sz="quarter" idx="15"/>
          </p:nvPr>
        </p:nvSpPr>
        <p:spPr>
          <a:xfrm>
            <a:off x="934122" y="181066"/>
            <a:ext cx="3144101" cy="365125"/>
          </a:xfrm>
        </p:spPr>
        <p:txBody>
          <a:bodyPr anchor="ctr">
            <a:normAutofit/>
          </a:bodyPr>
          <a:lstStyle/>
          <a:p>
            <a:pPr>
              <a:spcAft>
                <a:spcPts val="600"/>
              </a:spcAft>
            </a:pPr>
            <a:r>
              <a:rPr lang="en-US"/>
              <a:t>Presentation title</a:t>
            </a:r>
          </a:p>
        </p:txBody>
      </p:sp>
      <p:sp>
        <p:nvSpPr>
          <p:cNvPr id="6" name="Date Placeholder 5">
            <a:extLst>
              <a:ext uri="{FF2B5EF4-FFF2-40B4-BE49-F238E27FC236}">
                <a16:creationId xmlns:a16="http://schemas.microsoft.com/office/drawing/2014/main" id="{D4CE22AC-9E20-2A17-C822-CBD95E806D2C}"/>
              </a:ext>
            </a:extLst>
          </p:cNvPr>
          <p:cNvSpPr>
            <a:spLocks noGrp="1"/>
          </p:cNvSpPr>
          <p:nvPr>
            <p:ph type="dt" sz="half" idx="2"/>
          </p:nvPr>
        </p:nvSpPr>
        <p:spPr>
          <a:xfrm>
            <a:off x="9337084" y="181004"/>
            <a:ext cx="2202644" cy="365125"/>
          </a:xfrm>
        </p:spPr>
        <p:txBody>
          <a:bodyPr anchor="ctr">
            <a:normAutofit/>
          </a:bodyPr>
          <a:lstStyle/>
          <a:p>
            <a:pPr>
              <a:spcAft>
                <a:spcPts val="600"/>
              </a:spcAft>
            </a:pPr>
            <a:fld id="{DEE4FD85-5D6D-4FA4-A373-26EC0F227592}" type="datetime1">
              <a:rPr lang="en-US" smtClean="0"/>
              <a:pPr>
                <a:spcAft>
                  <a:spcPts val="600"/>
                </a:spcAft>
              </a:pPr>
              <a:t>3/12/2026</a:t>
            </a:fld>
            <a:endParaRPr lang="en-US"/>
          </a:p>
        </p:txBody>
      </p:sp>
      <p:sp>
        <p:nvSpPr>
          <p:cNvPr id="3" name="Content Placeholder 2">
            <a:extLst>
              <a:ext uri="{FF2B5EF4-FFF2-40B4-BE49-F238E27FC236}">
                <a16:creationId xmlns:a16="http://schemas.microsoft.com/office/drawing/2014/main" id="{A82F9190-20A9-82B4-71B6-D8125F8B724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67511" y="2584092"/>
            <a:ext cx="8385048" cy="3696086"/>
          </a:xfrm>
        </p:spPr>
        <p:txBody>
          <a:bodyPr>
            <a:normAutofit/>
          </a:bodyPr>
          <a:lstStyle/>
          <a:p>
            <a:pPr marL="0" indent="0">
              <a:spcBef>
                <a:spcPts val="2500"/>
              </a:spcBef>
              <a:buFont typeface="Arial" panose="020B0604020202020204" pitchFamily="34" charset="0"/>
              <a:buNone/>
            </a:pPr>
            <a:r>
              <a:rPr lang="en-US" b="1"/>
              <a:t>User-Centered Health Assessments</a:t>
            </a:r>
          </a:p>
          <a:p>
            <a:pPr marL="0" lvl="1" indent="0">
              <a:buFont typeface="Arial" panose="020B0604020202020204" pitchFamily="34" charset="0"/>
              <a:buNone/>
            </a:pPr>
            <a:r>
              <a:t>Enables instant, easy self-service health checks to increase completion rates and reduce friction.</a:t>
            </a:r>
            <a:endParaRPr lang="en-US"/>
          </a:p>
          <a:p>
            <a:pPr marL="0" indent="0">
              <a:spcBef>
                <a:spcPts val="2500"/>
              </a:spcBef>
              <a:buFont typeface="Arial" panose="020B0604020202020204" pitchFamily="34" charset="0"/>
              <a:buNone/>
            </a:pPr>
            <a:r>
              <a:rPr lang="en-US" b="1"/>
              <a:t>Personalized Health Insights</a:t>
            </a:r>
          </a:p>
          <a:p>
            <a:pPr marL="0" lvl="1" indent="0">
              <a:buFont typeface="Arial" panose="020B0604020202020204" pitchFamily="34" charset="0"/>
              <a:buNone/>
            </a:pPr>
            <a:r>
              <a:t>Delivers tailored recommendations guiding diet, activity, and lifestyle for achievable improvements.</a:t>
            </a:r>
            <a:endParaRPr lang="en-US"/>
          </a:p>
          <a:p>
            <a:pPr marL="0" indent="0">
              <a:spcBef>
                <a:spcPts val="2500"/>
              </a:spcBef>
              <a:buFont typeface="Arial" panose="020B0604020202020204" pitchFamily="34" charset="0"/>
              <a:buNone/>
            </a:pPr>
            <a:r>
              <a:rPr lang="en-US" b="1"/>
              <a:t>Engagement through Goal Tracking</a:t>
            </a:r>
          </a:p>
          <a:p>
            <a:pPr marL="0" lvl="1" indent="0">
              <a:buFont typeface="Arial" panose="020B0604020202020204" pitchFamily="34" charset="0"/>
              <a:buNone/>
            </a:pPr>
            <a:r>
              <a:t>Supports sustained user engagement with progress dashboards, milestones, and motivational badges.</a:t>
            </a:r>
            <a:endParaRPr lang="en-US"/>
          </a:p>
          <a:p>
            <a:pPr marL="0" indent="0">
              <a:spcBef>
                <a:spcPts val="2500"/>
              </a:spcBef>
              <a:buFont typeface="Arial" panose="020B0604020202020204" pitchFamily="34" charset="0"/>
              <a:buNone/>
            </a:pPr>
            <a:r>
              <a:rPr lang="en-US" b="1"/>
              <a:t>Growth and Performance Metrics</a:t>
            </a:r>
          </a:p>
          <a:p>
            <a:pPr marL="0" lvl="1" indent="0">
              <a:buFont typeface="Arial" panose="020B0604020202020204" pitchFamily="34" charset="0"/>
              <a:buNone/>
            </a:pPr>
            <a:r>
              <a:t>Targets high user satisfaction and scalable monthly active users with clear success metrics.</a:t>
            </a:r>
            <a:endParaRPr lang="en-US"/>
          </a:p>
        </p:txBody>
      </p:sp>
      <p:pic>
        <p:nvPicPr>
          <p:cNvPr id="8" name="Content Placeholder 7" descr="Mobile banking. Man using online banking technology on smartphone">
            <a:extLst>
              <a:ext uri="{FF2B5EF4-FFF2-40B4-BE49-F238E27FC236}">
                <a16:creationId xmlns:a16="http://schemas.microsoft.com/office/drawing/2014/main" id="{44125BB8-60D4-428E-AF4A-12176BC23CAC}"/>
              </a:ext>
            </a:extLst>
          </p:cNvPr>
          <p:cNvPicPr>
            <a:picLocks noGrp="1" noChangeAspect="1"/>
          </p:cNvPicPr>
          <p:nvPr>
            <p:ph type="pic" sz="quarter" idx="13"/>
          </p:nvPr>
        </p:nvPicPr>
        <p:blipFill>
          <a:blip r:embed="rId3"/>
          <a:srcRect l="32076" r="39301" b="-1"/>
          <a:stretch>
            <a:fillRect/>
          </a:stretch>
        </p:blipFill>
        <p:spPr>
          <a:xfrm>
            <a:off x="9372601" y="1261872"/>
            <a:ext cx="2151888" cy="5018307"/>
          </a:xfrm>
        </p:spPr>
      </p:pic>
    </p:spTree>
    <p:extLst>
      <p:ext uri="{BB962C8B-B14F-4D97-AF65-F5344CB8AC3E}">
        <p14:creationId xmlns:p14="http://schemas.microsoft.com/office/powerpoint/2010/main" val="13143770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99B1B-342C-94A8-8C9E-037CE744DCBC}"/>
              </a:ext>
            </a:extLst>
          </p:cNvPr>
          <p:cNvSpPr>
            <a:spLocks noGrp="1"/>
          </p:cNvSpPr>
          <p:nvPr>
            <p:ph type="ctrTitle"/>
          </p:nvPr>
        </p:nvSpPr>
        <p:spPr>
          <a:xfrm>
            <a:off x="667512" y="1417671"/>
            <a:ext cx="7909560" cy="4906929"/>
          </a:xfrm>
        </p:spPr>
        <p:txBody>
          <a:bodyPr anchor="b">
            <a:normAutofit/>
          </a:bodyPr>
          <a:lstStyle/>
          <a:p>
            <a:r>
              <a:rPr lang="en-US"/>
              <a:t>Scope Definition and Metric Framework</a:t>
            </a:r>
          </a:p>
        </p:txBody>
      </p:sp>
      <p:sp>
        <p:nvSpPr>
          <p:cNvPr id="4" name="Slide Number Placeholder 3">
            <a:extLst>
              <a:ext uri="{FF2B5EF4-FFF2-40B4-BE49-F238E27FC236}">
                <a16:creationId xmlns:a16="http://schemas.microsoft.com/office/drawing/2014/main" id="{DB7C2D62-160A-DC87-A6EA-3268A01AC7F1}"/>
              </a:ext>
            </a:extLst>
          </p:cNvPr>
          <p:cNvSpPr>
            <a:spLocks noGrp="1"/>
          </p:cNvSpPr>
          <p:nvPr>
            <p:ph type="sldNum" sz="quarter" idx="4"/>
          </p:nvPr>
        </p:nvSpPr>
        <p:spPr>
          <a:xfrm>
            <a:off x="667512" y="187882"/>
            <a:ext cx="266609" cy="365125"/>
          </a:xfrm>
        </p:spPr>
        <p:txBody>
          <a:bodyPr anchor="ctr">
            <a:normAutofit/>
          </a:bodyPr>
          <a:lstStyle/>
          <a:p>
            <a:pPr>
              <a:spcAft>
                <a:spcPts val="600"/>
              </a:spcAft>
            </a:pPr>
            <a:fld id="{7ECAF3DD-865B-4F9E-8AEE-28157E83B0D8}" type="slidenum">
              <a:rPr lang="en-US" smtClean="0"/>
              <a:pPr>
                <a:spcAft>
                  <a:spcPts val="600"/>
                </a:spcAft>
              </a:pPr>
              <a:t>6</a:t>
            </a:fld>
            <a:endParaRPr lang="en-US"/>
          </a:p>
        </p:txBody>
      </p:sp>
      <p:sp>
        <p:nvSpPr>
          <p:cNvPr id="5" name="Footer Placeholder 4">
            <a:extLst>
              <a:ext uri="{FF2B5EF4-FFF2-40B4-BE49-F238E27FC236}">
                <a16:creationId xmlns:a16="http://schemas.microsoft.com/office/drawing/2014/main" id="{8489254F-0D13-385F-393C-7ACA673086B6}"/>
              </a:ext>
            </a:extLst>
          </p:cNvPr>
          <p:cNvSpPr>
            <a:spLocks noGrp="1"/>
          </p:cNvSpPr>
          <p:nvPr>
            <p:ph type="ftr" sz="quarter" idx="15"/>
          </p:nvPr>
        </p:nvSpPr>
        <p:spPr>
          <a:xfrm>
            <a:off x="934122" y="181066"/>
            <a:ext cx="3144101" cy="365125"/>
          </a:xfrm>
        </p:spPr>
        <p:txBody>
          <a:bodyPr anchor="ctr">
            <a:normAutofit/>
          </a:bodyPr>
          <a:lstStyle/>
          <a:p>
            <a:pPr>
              <a:spcAft>
                <a:spcPts val="600"/>
              </a:spcAft>
            </a:pPr>
            <a:r>
              <a:rPr lang="en-US"/>
              <a:t>Presentation title</a:t>
            </a:r>
          </a:p>
        </p:txBody>
      </p:sp>
      <p:sp>
        <p:nvSpPr>
          <p:cNvPr id="6" name="Date Placeholder 5">
            <a:extLst>
              <a:ext uri="{FF2B5EF4-FFF2-40B4-BE49-F238E27FC236}">
                <a16:creationId xmlns:a16="http://schemas.microsoft.com/office/drawing/2014/main" id="{0A9F9F8D-3797-44A0-BAF5-92B578733EDA}"/>
              </a:ext>
            </a:extLst>
          </p:cNvPr>
          <p:cNvSpPr>
            <a:spLocks noGrp="1"/>
          </p:cNvSpPr>
          <p:nvPr>
            <p:ph type="dt" sz="half" idx="2"/>
          </p:nvPr>
        </p:nvSpPr>
        <p:spPr>
          <a:xfrm>
            <a:off x="9337084" y="181004"/>
            <a:ext cx="2202644" cy="365125"/>
          </a:xfrm>
        </p:spPr>
        <p:txBody>
          <a:bodyPr anchor="ctr">
            <a:normAutofit/>
          </a:bodyPr>
          <a:lstStyle/>
          <a:p>
            <a:pPr>
              <a:spcAft>
                <a:spcPts val="600"/>
              </a:spcAft>
            </a:pPr>
            <a:fld id="{817601D0-08EE-4682-8251-778D57A7E59F}" type="datetime1">
              <a:rPr lang="en-US" smtClean="0"/>
              <a:pPr>
                <a:spcAft>
                  <a:spcPts val="600"/>
                </a:spcAft>
              </a:pPr>
              <a:t>3/12/2026</a:t>
            </a:fld>
            <a:endParaRPr lang="en-US"/>
          </a:p>
        </p:txBody>
      </p:sp>
    </p:spTree>
    <p:extLst>
      <p:ext uri="{BB962C8B-B14F-4D97-AF65-F5344CB8AC3E}">
        <p14:creationId xmlns:p14="http://schemas.microsoft.com/office/powerpoint/2010/main" val="5094994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015D7-730C-FC4A-6596-5A0CC1DD779C}"/>
              </a:ext>
            </a:extLst>
          </p:cNvPr>
          <p:cNvSpPr>
            <a:spLocks noGrp="1"/>
          </p:cNvSpPr>
          <p:nvPr>
            <p:ph type="title"/>
          </p:nvPr>
        </p:nvSpPr>
        <p:spPr>
          <a:xfrm>
            <a:off x="667512" y="1260124"/>
            <a:ext cx="4654296" cy="1004010"/>
          </a:xfrm>
        </p:spPr>
        <p:txBody>
          <a:bodyPr anchor="t">
            <a:normAutofit/>
          </a:bodyPr>
          <a:lstStyle/>
          <a:p>
            <a:r>
              <a:rPr lang="en-US" sz="3400"/>
              <a:t>In-Scope Capabilities and Core Features</a:t>
            </a:r>
          </a:p>
        </p:txBody>
      </p:sp>
      <p:sp>
        <p:nvSpPr>
          <p:cNvPr id="4" name="Slide Number Placeholder 3">
            <a:extLst>
              <a:ext uri="{FF2B5EF4-FFF2-40B4-BE49-F238E27FC236}">
                <a16:creationId xmlns:a16="http://schemas.microsoft.com/office/drawing/2014/main" id="{DEABE9EA-1770-E002-0A68-F9B239A55B1C}"/>
              </a:ext>
            </a:extLst>
          </p:cNvPr>
          <p:cNvSpPr>
            <a:spLocks noGrp="1"/>
          </p:cNvSpPr>
          <p:nvPr>
            <p:ph type="sldNum" sz="quarter" idx="4"/>
          </p:nvPr>
        </p:nvSpPr>
        <p:spPr>
          <a:xfrm>
            <a:off x="667512" y="187882"/>
            <a:ext cx="266609" cy="365125"/>
          </a:xfrm>
        </p:spPr>
        <p:txBody>
          <a:bodyPr anchor="ctr">
            <a:normAutofit/>
          </a:bodyPr>
          <a:lstStyle/>
          <a:p>
            <a:pPr>
              <a:spcAft>
                <a:spcPts val="600"/>
              </a:spcAft>
            </a:pPr>
            <a:fld id="{7ECAF3DD-865B-4F9E-8AEE-28157E83B0D8}" type="slidenum">
              <a:rPr lang="en-US" smtClean="0"/>
              <a:pPr>
                <a:spcAft>
                  <a:spcPts val="600"/>
                </a:spcAft>
              </a:pPr>
              <a:t>7</a:t>
            </a:fld>
            <a:endParaRPr lang="en-US"/>
          </a:p>
        </p:txBody>
      </p:sp>
      <p:sp>
        <p:nvSpPr>
          <p:cNvPr id="5" name="Footer Placeholder 4">
            <a:extLst>
              <a:ext uri="{FF2B5EF4-FFF2-40B4-BE49-F238E27FC236}">
                <a16:creationId xmlns:a16="http://schemas.microsoft.com/office/drawing/2014/main" id="{6A281B19-50A5-36BC-999C-91F03F1AA8C4}"/>
              </a:ext>
            </a:extLst>
          </p:cNvPr>
          <p:cNvSpPr>
            <a:spLocks noGrp="1"/>
          </p:cNvSpPr>
          <p:nvPr>
            <p:ph type="ftr" sz="quarter" idx="15"/>
          </p:nvPr>
        </p:nvSpPr>
        <p:spPr>
          <a:xfrm>
            <a:off x="934122" y="181066"/>
            <a:ext cx="3144101" cy="365125"/>
          </a:xfrm>
        </p:spPr>
        <p:txBody>
          <a:bodyPr anchor="ctr">
            <a:normAutofit/>
          </a:bodyPr>
          <a:lstStyle/>
          <a:p>
            <a:pPr>
              <a:spcAft>
                <a:spcPts val="600"/>
              </a:spcAft>
            </a:pPr>
            <a:r>
              <a:rPr lang="en-US"/>
              <a:t>Presentation title</a:t>
            </a:r>
          </a:p>
        </p:txBody>
      </p:sp>
      <p:sp>
        <p:nvSpPr>
          <p:cNvPr id="6" name="Date Placeholder 5">
            <a:extLst>
              <a:ext uri="{FF2B5EF4-FFF2-40B4-BE49-F238E27FC236}">
                <a16:creationId xmlns:a16="http://schemas.microsoft.com/office/drawing/2014/main" id="{E3C3BE5F-3A61-04DD-F48B-7F52CCC39325}"/>
              </a:ext>
            </a:extLst>
          </p:cNvPr>
          <p:cNvSpPr>
            <a:spLocks noGrp="1"/>
          </p:cNvSpPr>
          <p:nvPr>
            <p:ph type="dt" sz="half" idx="2"/>
          </p:nvPr>
        </p:nvSpPr>
        <p:spPr>
          <a:xfrm>
            <a:off x="9337084" y="181004"/>
            <a:ext cx="2202644" cy="365125"/>
          </a:xfrm>
        </p:spPr>
        <p:txBody>
          <a:bodyPr anchor="ctr">
            <a:normAutofit/>
          </a:bodyPr>
          <a:lstStyle/>
          <a:p>
            <a:pPr>
              <a:spcAft>
                <a:spcPts val="600"/>
              </a:spcAft>
            </a:pPr>
            <a:fld id="{DEE4FD85-5D6D-4FA4-A373-26EC0F227592}" type="datetime1">
              <a:rPr lang="en-US" smtClean="0"/>
              <a:pPr>
                <a:spcAft>
                  <a:spcPts val="600"/>
                </a:spcAft>
              </a:pPr>
              <a:t>3/12/2026</a:t>
            </a:fld>
            <a:endParaRPr lang="en-US"/>
          </a:p>
        </p:txBody>
      </p:sp>
      <p:pic>
        <p:nvPicPr>
          <p:cNvPr id="8" name="Content Placeholder 7" descr="Nutrition app and fresh vegetables on wooden countertop">
            <a:extLst>
              <a:ext uri="{FF2B5EF4-FFF2-40B4-BE49-F238E27FC236}">
                <a16:creationId xmlns:a16="http://schemas.microsoft.com/office/drawing/2014/main" id="{B46692B6-CD99-462E-BB43-7ACB73D06148}"/>
              </a:ext>
            </a:extLst>
          </p:cNvPr>
          <p:cNvPicPr>
            <a:picLocks noGrp="1" noChangeAspect="1"/>
          </p:cNvPicPr>
          <p:nvPr>
            <p:ph type="pic" sz="quarter" idx="13"/>
          </p:nvPr>
        </p:nvPicPr>
        <p:blipFill>
          <a:blip r:embed="rId3"/>
          <a:srcRect l="6393" r="9552"/>
          <a:stretch>
            <a:fillRect/>
          </a:stretch>
        </p:blipFill>
        <p:spPr>
          <a:xfrm>
            <a:off x="667512" y="2584094"/>
            <a:ext cx="4654296" cy="3696086"/>
          </a:xfrm>
        </p:spPr>
      </p:pic>
      <p:sp>
        <p:nvSpPr>
          <p:cNvPr id="3" name="Content Placeholder 2">
            <a:extLst>
              <a:ext uri="{FF2B5EF4-FFF2-40B4-BE49-F238E27FC236}">
                <a16:creationId xmlns:a16="http://schemas.microsoft.com/office/drawing/2014/main" id="{63303361-BD92-C406-21DD-4C49A8E8DD3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41849" y="1260123"/>
            <a:ext cx="5882639" cy="5020056"/>
          </a:xfrm>
        </p:spPr>
        <p:txBody>
          <a:bodyPr>
            <a:normAutofit/>
          </a:bodyPr>
          <a:lstStyle/>
          <a:p>
            <a:pPr marL="0" indent="0">
              <a:spcBef>
                <a:spcPts val="2500"/>
              </a:spcBef>
              <a:buFont typeface="Arial" panose="020B0604020202020204" pitchFamily="34" charset="0"/>
              <a:buNone/>
            </a:pPr>
            <a:r>
              <a:rPr lang="en-US" b="1"/>
              <a:t>User Registration &amp; Profile</a:t>
            </a:r>
          </a:p>
          <a:p>
            <a:pPr marL="0" lvl="1" indent="0">
              <a:buFont typeface="Arial" panose="020B0604020202020204" pitchFamily="34" charset="0"/>
              <a:buNone/>
            </a:pPr>
            <a:r>
              <a:t>Secure user registration captures baseline demographic and physical data including age, gender, height, and weight.</a:t>
            </a:r>
            <a:endParaRPr lang="en-US"/>
          </a:p>
          <a:p>
            <a:pPr marL="0" indent="0">
              <a:spcBef>
                <a:spcPts val="2500"/>
              </a:spcBef>
              <a:buFont typeface="Arial" panose="020B0604020202020204" pitchFamily="34" charset="0"/>
              <a:buNone/>
            </a:pPr>
            <a:r>
              <a:rPr lang="en-US" b="1"/>
              <a:t>Health Metrics &amp; Calculations</a:t>
            </a:r>
          </a:p>
          <a:p>
            <a:pPr marL="0" lvl="1" indent="0">
              <a:buFont typeface="Arial" panose="020B0604020202020204" pitchFamily="34" charset="0"/>
              <a:buNone/>
            </a:pPr>
            <a:r>
              <a:t>Platform supports multiple health metrics with automatic BMI, waist-hip ratio, and body fat calculations.</a:t>
            </a:r>
            <a:endParaRPr lang="en-US"/>
          </a:p>
          <a:p>
            <a:pPr marL="0" indent="0">
              <a:spcBef>
                <a:spcPts val="2500"/>
              </a:spcBef>
              <a:buFont typeface="Arial" panose="020B0604020202020204" pitchFamily="34" charset="0"/>
              <a:buNone/>
            </a:pPr>
            <a:r>
              <a:rPr lang="en-US" b="1"/>
              <a:t>Goal Setting &amp; Tracking</a:t>
            </a:r>
          </a:p>
          <a:p>
            <a:pPr marL="0" lvl="1" indent="0">
              <a:buFont typeface="Arial" panose="020B0604020202020204" pitchFamily="34" charset="0"/>
              <a:buNone/>
            </a:pPr>
            <a:r>
              <a:t>Users can set weight, fitness, or wellness goals and track progress over time with visual indicators.</a:t>
            </a:r>
            <a:endParaRPr lang="en-US"/>
          </a:p>
          <a:p>
            <a:pPr marL="0" indent="0">
              <a:spcBef>
                <a:spcPts val="2500"/>
              </a:spcBef>
              <a:buFont typeface="Arial" panose="020B0604020202020204" pitchFamily="34" charset="0"/>
              <a:buNone/>
            </a:pPr>
            <a:r>
              <a:rPr lang="en-US" b="1"/>
              <a:t>Risk Assessment &amp; Recommendations</a:t>
            </a:r>
          </a:p>
          <a:p>
            <a:pPr marL="0" lvl="1" indent="0">
              <a:buFont typeface="Arial" panose="020B0604020202020204" pitchFamily="34" charset="0"/>
              <a:buNone/>
            </a:pPr>
            <a:r>
              <a:t>Health risk assessment translates data into personalized health guidance and actionable recommendations.</a:t>
            </a:r>
            <a:endParaRPr lang="en-US"/>
          </a:p>
        </p:txBody>
      </p:sp>
    </p:spTree>
    <p:extLst>
      <p:ext uri="{BB962C8B-B14F-4D97-AF65-F5344CB8AC3E}">
        <p14:creationId xmlns:p14="http://schemas.microsoft.com/office/powerpoint/2010/main" val="6210198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A45A9-35A5-4DB9-3685-EEE534828638}"/>
              </a:ext>
            </a:extLst>
          </p:cNvPr>
          <p:cNvSpPr>
            <a:spLocks noGrp="1"/>
          </p:cNvSpPr>
          <p:nvPr>
            <p:ph type="title"/>
          </p:nvPr>
        </p:nvSpPr>
        <p:spPr>
          <a:xfrm>
            <a:off x="667509" y="1261872"/>
            <a:ext cx="8385049" cy="1027074"/>
          </a:xfrm>
        </p:spPr>
        <p:txBody>
          <a:bodyPr anchor="b">
            <a:normAutofit/>
          </a:bodyPr>
          <a:lstStyle/>
          <a:p>
            <a:r>
              <a:rPr lang="en-US" sz="3700"/>
              <a:t>Out-of-Scope Items and Phase Boundaries</a:t>
            </a:r>
          </a:p>
        </p:txBody>
      </p:sp>
      <p:sp>
        <p:nvSpPr>
          <p:cNvPr id="4" name="Slide Number Placeholder 3">
            <a:extLst>
              <a:ext uri="{FF2B5EF4-FFF2-40B4-BE49-F238E27FC236}">
                <a16:creationId xmlns:a16="http://schemas.microsoft.com/office/drawing/2014/main" id="{00C1BF56-3DF4-54C1-BC32-2EE55E3384F4}"/>
              </a:ext>
            </a:extLst>
          </p:cNvPr>
          <p:cNvSpPr>
            <a:spLocks noGrp="1"/>
          </p:cNvSpPr>
          <p:nvPr>
            <p:ph type="sldNum" sz="quarter" idx="4"/>
          </p:nvPr>
        </p:nvSpPr>
        <p:spPr>
          <a:xfrm>
            <a:off x="667512" y="187882"/>
            <a:ext cx="266609" cy="365125"/>
          </a:xfrm>
        </p:spPr>
        <p:txBody>
          <a:bodyPr anchor="ctr">
            <a:normAutofit/>
          </a:bodyPr>
          <a:lstStyle/>
          <a:p>
            <a:pPr>
              <a:spcAft>
                <a:spcPts val="600"/>
              </a:spcAft>
            </a:pPr>
            <a:fld id="{7ECAF3DD-865B-4F9E-8AEE-28157E83B0D8}" type="slidenum">
              <a:rPr lang="en-US" smtClean="0"/>
              <a:pPr>
                <a:spcAft>
                  <a:spcPts val="600"/>
                </a:spcAft>
              </a:pPr>
              <a:t>8</a:t>
            </a:fld>
            <a:endParaRPr lang="en-US"/>
          </a:p>
        </p:txBody>
      </p:sp>
      <p:sp>
        <p:nvSpPr>
          <p:cNvPr id="5" name="Footer Placeholder 4">
            <a:extLst>
              <a:ext uri="{FF2B5EF4-FFF2-40B4-BE49-F238E27FC236}">
                <a16:creationId xmlns:a16="http://schemas.microsoft.com/office/drawing/2014/main" id="{1385A0DB-FE47-A882-7850-2EC9A2634EDC}"/>
              </a:ext>
            </a:extLst>
          </p:cNvPr>
          <p:cNvSpPr>
            <a:spLocks noGrp="1"/>
          </p:cNvSpPr>
          <p:nvPr>
            <p:ph type="ftr" sz="quarter" idx="15"/>
          </p:nvPr>
        </p:nvSpPr>
        <p:spPr>
          <a:xfrm>
            <a:off x="934122" y="181066"/>
            <a:ext cx="3144101" cy="365125"/>
          </a:xfrm>
        </p:spPr>
        <p:txBody>
          <a:bodyPr anchor="ctr">
            <a:normAutofit/>
          </a:bodyPr>
          <a:lstStyle/>
          <a:p>
            <a:pPr>
              <a:spcAft>
                <a:spcPts val="600"/>
              </a:spcAft>
            </a:pPr>
            <a:r>
              <a:rPr lang="en-US"/>
              <a:t>Presentation title</a:t>
            </a:r>
          </a:p>
        </p:txBody>
      </p:sp>
      <p:sp>
        <p:nvSpPr>
          <p:cNvPr id="6" name="Date Placeholder 5">
            <a:extLst>
              <a:ext uri="{FF2B5EF4-FFF2-40B4-BE49-F238E27FC236}">
                <a16:creationId xmlns:a16="http://schemas.microsoft.com/office/drawing/2014/main" id="{6E7EF60D-665D-0D35-9E5A-5B68083DA233}"/>
              </a:ext>
            </a:extLst>
          </p:cNvPr>
          <p:cNvSpPr>
            <a:spLocks noGrp="1"/>
          </p:cNvSpPr>
          <p:nvPr>
            <p:ph type="dt" sz="half" idx="2"/>
          </p:nvPr>
        </p:nvSpPr>
        <p:spPr>
          <a:xfrm>
            <a:off x="9337084" y="181004"/>
            <a:ext cx="2202644" cy="365125"/>
          </a:xfrm>
        </p:spPr>
        <p:txBody>
          <a:bodyPr anchor="ctr">
            <a:normAutofit/>
          </a:bodyPr>
          <a:lstStyle/>
          <a:p>
            <a:pPr>
              <a:spcAft>
                <a:spcPts val="600"/>
              </a:spcAft>
            </a:pPr>
            <a:fld id="{DEE4FD85-5D6D-4FA4-A373-26EC0F227592}" type="datetime1">
              <a:rPr lang="en-US" smtClean="0"/>
              <a:pPr>
                <a:spcAft>
                  <a:spcPts val="600"/>
                </a:spcAft>
              </a:pPr>
              <a:t>3/12/2026</a:t>
            </a:fld>
            <a:endParaRPr lang="en-US"/>
          </a:p>
        </p:txBody>
      </p:sp>
      <p:sp>
        <p:nvSpPr>
          <p:cNvPr id="3" name="Content Placeholder 2">
            <a:extLst>
              <a:ext uri="{FF2B5EF4-FFF2-40B4-BE49-F238E27FC236}">
                <a16:creationId xmlns:a16="http://schemas.microsoft.com/office/drawing/2014/main" id="{6EF604E9-CAA1-C04D-EC85-9852F16EB7B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67511" y="2584092"/>
            <a:ext cx="8385048" cy="3696086"/>
          </a:xfrm>
        </p:spPr>
        <p:txBody>
          <a:bodyPr>
            <a:normAutofit/>
          </a:bodyPr>
          <a:lstStyle/>
          <a:p>
            <a:pPr marL="0" indent="0">
              <a:lnSpc>
                <a:spcPct val="110000"/>
              </a:lnSpc>
              <a:spcBef>
                <a:spcPts val="2500"/>
              </a:spcBef>
              <a:buFont typeface="Arial" panose="020B0604020202020204" pitchFamily="34" charset="0"/>
              <a:buNone/>
            </a:pPr>
            <a:r>
              <a:rPr lang="en-US" sz="1200" b="1"/>
              <a:t>Defined Out-of-Scope Features</a:t>
            </a:r>
          </a:p>
          <a:p>
            <a:pPr marL="0" lvl="1" indent="0">
              <a:lnSpc>
                <a:spcPct val="110000"/>
              </a:lnSpc>
              <a:buFont typeface="Arial" panose="020B0604020202020204" pitchFamily="34" charset="0"/>
              <a:buNone/>
            </a:pPr>
            <a:r>
              <a:rPr lang="en-US" sz="1200"/>
              <a:t>Key features like wearable integration and telemedicine are excluded to reduce complexity and regulatory risk in this phase.</a:t>
            </a:r>
          </a:p>
          <a:p>
            <a:pPr marL="0" indent="0">
              <a:lnSpc>
                <a:spcPct val="110000"/>
              </a:lnSpc>
              <a:spcBef>
                <a:spcPts val="2500"/>
              </a:spcBef>
              <a:buFont typeface="Arial" panose="020B0604020202020204" pitchFamily="34" charset="0"/>
              <a:buNone/>
            </a:pPr>
            <a:r>
              <a:rPr lang="en-US" sz="1200" b="1"/>
              <a:t>Benefits of Clear Boundaries</a:t>
            </a:r>
          </a:p>
          <a:p>
            <a:pPr marL="0" lvl="1" indent="0">
              <a:lnSpc>
                <a:spcPct val="110000"/>
              </a:lnSpc>
              <a:buFont typeface="Arial" panose="020B0604020202020204" pitchFamily="34" charset="0"/>
              <a:buNone/>
            </a:pPr>
            <a:r>
              <a:rPr lang="en-US" sz="1200"/>
              <a:t>Clear phase boundaries help prioritize core user experience, improve data accuracy, and enable faster time-to-market.</a:t>
            </a:r>
          </a:p>
          <a:p>
            <a:pPr marL="0" indent="0">
              <a:lnSpc>
                <a:spcPct val="110000"/>
              </a:lnSpc>
              <a:spcBef>
                <a:spcPts val="2500"/>
              </a:spcBef>
              <a:buFont typeface="Arial" panose="020B0604020202020204" pitchFamily="34" charset="0"/>
              <a:buNone/>
            </a:pPr>
            <a:r>
              <a:rPr lang="en-US" sz="1200" b="1"/>
              <a:t>Extensible Platform Design</a:t>
            </a:r>
          </a:p>
          <a:p>
            <a:pPr marL="0" lvl="1" indent="0">
              <a:lnSpc>
                <a:spcPct val="110000"/>
              </a:lnSpc>
              <a:buFont typeface="Arial" panose="020B0604020202020204" pitchFamily="34" charset="0"/>
              <a:buNone/>
            </a:pPr>
            <a:r>
              <a:rPr lang="en-US" sz="1200"/>
              <a:t>The architecture is designed for extensibility, allowing future integration of out-of-scope features without major rework.</a:t>
            </a:r>
          </a:p>
          <a:p>
            <a:pPr marL="0" indent="0">
              <a:lnSpc>
                <a:spcPct val="110000"/>
              </a:lnSpc>
              <a:spcBef>
                <a:spcPts val="2500"/>
              </a:spcBef>
              <a:buFont typeface="Arial" panose="020B0604020202020204" pitchFamily="34" charset="0"/>
              <a:buNone/>
            </a:pPr>
            <a:r>
              <a:rPr lang="en-US" sz="1200" b="1"/>
              <a:t>Balanced Execution Strategy</a:t>
            </a:r>
          </a:p>
          <a:p>
            <a:pPr marL="0" lvl="1" indent="0">
              <a:lnSpc>
                <a:spcPct val="110000"/>
              </a:lnSpc>
              <a:buFont typeface="Arial" panose="020B0604020202020204" pitchFamily="34" charset="0"/>
              <a:buNone/>
            </a:pPr>
            <a:r>
              <a:rPr lang="en-US" sz="1200"/>
              <a:t>A phased approach balances ambitious goals with realistic execution for successful digital health transformation.</a:t>
            </a:r>
          </a:p>
        </p:txBody>
      </p:sp>
      <p:pic>
        <p:nvPicPr>
          <p:cNvPr id="8" name="Content Placeholder 7" descr="4K Resolution">
            <a:extLst>
              <a:ext uri="{FF2B5EF4-FFF2-40B4-BE49-F238E27FC236}">
                <a16:creationId xmlns:a16="http://schemas.microsoft.com/office/drawing/2014/main" id="{0DE487EA-8EB6-4500-BCE5-81FAAD4F449F}"/>
              </a:ext>
            </a:extLst>
          </p:cNvPr>
          <p:cNvPicPr>
            <a:picLocks noGrp="1" noChangeAspect="1"/>
          </p:cNvPicPr>
          <p:nvPr>
            <p:ph type="pic" sz="quarter" idx="13"/>
          </p:nvPr>
        </p:nvPicPr>
        <p:blipFill>
          <a:blip r:embed="rId3"/>
          <a:srcRect l="38508" r="37372" b="2"/>
          <a:stretch>
            <a:fillRect/>
          </a:stretch>
        </p:blipFill>
        <p:spPr>
          <a:xfrm>
            <a:off x="9372601" y="1261872"/>
            <a:ext cx="2151888" cy="5018307"/>
          </a:xfrm>
        </p:spPr>
      </p:pic>
    </p:spTree>
    <p:extLst>
      <p:ext uri="{BB962C8B-B14F-4D97-AF65-F5344CB8AC3E}">
        <p14:creationId xmlns:p14="http://schemas.microsoft.com/office/powerpoint/2010/main" val="32954849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72F4F-F808-1F62-AE28-F3F80EBAC2DC}"/>
              </a:ext>
            </a:extLst>
          </p:cNvPr>
          <p:cNvSpPr>
            <a:spLocks noGrp="1"/>
          </p:cNvSpPr>
          <p:nvPr>
            <p:ph type="title"/>
          </p:nvPr>
        </p:nvSpPr>
        <p:spPr>
          <a:xfrm>
            <a:off x="667512" y="1260124"/>
            <a:ext cx="4654296" cy="1004010"/>
          </a:xfrm>
        </p:spPr>
        <p:txBody>
          <a:bodyPr anchor="t">
            <a:normAutofit/>
          </a:bodyPr>
          <a:lstStyle/>
          <a:p>
            <a:r>
              <a:rPr lang="en-US" sz="3100"/>
              <a:t>Key Health Metrics and Measurement Logic</a:t>
            </a:r>
          </a:p>
        </p:txBody>
      </p:sp>
      <p:sp>
        <p:nvSpPr>
          <p:cNvPr id="4" name="Slide Number Placeholder 3">
            <a:extLst>
              <a:ext uri="{FF2B5EF4-FFF2-40B4-BE49-F238E27FC236}">
                <a16:creationId xmlns:a16="http://schemas.microsoft.com/office/drawing/2014/main" id="{06ADF395-0110-5DCE-2B59-ADAEAF699FB6}"/>
              </a:ext>
            </a:extLst>
          </p:cNvPr>
          <p:cNvSpPr>
            <a:spLocks noGrp="1"/>
          </p:cNvSpPr>
          <p:nvPr>
            <p:ph type="sldNum" sz="quarter" idx="4"/>
          </p:nvPr>
        </p:nvSpPr>
        <p:spPr>
          <a:xfrm>
            <a:off x="667512" y="187882"/>
            <a:ext cx="266609" cy="365125"/>
          </a:xfrm>
        </p:spPr>
        <p:txBody>
          <a:bodyPr anchor="ctr">
            <a:normAutofit/>
          </a:bodyPr>
          <a:lstStyle/>
          <a:p>
            <a:pPr>
              <a:spcAft>
                <a:spcPts val="600"/>
              </a:spcAft>
            </a:pPr>
            <a:fld id="{7ECAF3DD-865B-4F9E-8AEE-28157E83B0D8}" type="slidenum">
              <a:rPr lang="en-US" smtClean="0"/>
              <a:pPr>
                <a:spcAft>
                  <a:spcPts val="600"/>
                </a:spcAft>
              </a:pPr>
              <a:t>9</a:t>
            </a:fld>
            <a:endParaRPr lang="en-US"/>
          </a:p>
        </p:txBody>
      </p:sp>
      <p:sp>
        <p:nvSpPr>
          <p:cNvPr id="5" name="Footer Placeholder 4">
            <a:extLst>
              <a:ext uri="{FF2B5EF4-FFF2-40B4-BE49-F238E27FC236}">
                <a16:creationId xmlns:a16="http://schemas.microsoft.com/office/drawing/2014/main" id="{1E29D723-6B05-8587-7470-E74B4429DFB1}"/>
              </a:ext>
            </a:extLst>
          </p:cNvPr>
          <p:cNvSpPr>
            <a:spLocks noGrp="1"/>
          </p:cNvSpPr>
          <p:nvPr>
            <p:ph type="ftr" sz="quarter" idx="15"/>
          </p:nvPr>
        </p:nvSpPr>
        <p:spPr>
          <a:xfrm>
            <a:off x="934122" y="181066"/>
            <a:ext cx="3144101" cy="365125"/>
          </a:xfrm>
        </p:spPr>
        <p:txBody>
          <a:bodyPr anchor="ctr">
            <a:normAutofit/>
          </a:bodyPr>
          <a:lstStyle/>
          <a:p>
            <a:pPr>
              <a:spcAft>
                <a:spcPts val="600"/>
              </a:spcAft>
            </a:pPr>
            <a:r>
              <a:rPr lang="en-US"/>
              <a:t>Presentation title</a:t>
            </a:r>
          </a:p>
        </p:txBody>
      </p:sp>
      <p:sp>
        <p:nvSpPr>
          <p:cNvPr id="6" name="Date Placeholder 5">
            <a:extLst>
              <a:ext uri="{FF2B5EF4-FFF2-40B4-BE49-F238E27FC236}">
                <a16:creationId xmlns:a16="http://schemas.microsoft.com/office/drawing/2014/main" id="{ED06AADB-21CE-3195-4E6F-B6DD64D044F6}"/>
              </a:ext>
            </a:extLst>
          </p:cNvPr>
          <p:cNvSpPr>
            <a:spLocks noGrp="1"/>
          </p:cNvSpPr>
          <p:nvPr>
            <p:ph type="dt" sz="half" idx="2"/>
          </p:nvPr>
        </p:nvSpPr>
        <p:spPr>
          <a:xfrm>
            <a:off x="9337084" y="181004"/>
            <a:ext cx="2202644" cy="365125"/>
          </a:xfrm>
        </p:spPr>
        <p:txBody>
          <a:bodyPr anchor="ctr">
            <a:normAutofit/>
          </a:bodyPr>
          <a:lstStyle/>
          <a:p>
            <a:pPr>
              <a:spcAft>
                <a:spcPts val="600"/>
              </a:spcAft>
            </a:pPr>
            <a:fld id="{DEE4FD85-5D6D-4FA4-A373-26EC0F227592}" type="datetime1">
              <a:rPr lang="en-US" smtClean="0"/>
              <a:pPr>
                <a:spcAft>
                  <a:spcPts val="600"/>
                </a:spcAft>
              </a:pPr>
              <a:t>3/12/2026</a:t>
            </a:fld>
            <a:endParaRPr lang="en-US"/>
          </a:p>
        </p:txBody>
      </p:sp>
      <p:pic>
        <p:nvPicPr>
          <p:cNvPr id="8" name="Content Placeholder 7" descr="Medical interface of the future, a system for managing medical data obtained by scanning and visualizing the neural network of the human brain. The medicine of the future should have all modern methods of diagnosis and therapy, as well as high-tech equipment.">
            <a:extLst>
              <a:ext uri="{FF2B5EF4-FFF2-40B4-BE49-F238E27FC236}">
                <a16:creationId xmlns:a16="http://schemas.microsoft.com/office/drawing/2014/main" id="{C958B54F-26B6-426E-88FA-FD0932546056}"/>
              </a:ext>
            </a:extLst>
          </p:cNvPr>
          <p:cNvPicPr>
            <a:picLocks noGrp="1" noChangeAspect="1"/>
          </p:cNvPicPr>
          <p:nvPr>
            <p:ph type="pic" sz="quarter" idx="13"/>
          </p:nvPr>
        </p:nvPicPr>
        <p:blipFill>
          <a:blip r:embed="rId3"/>
          <a:srcRect l="17835" r="15740"/>
          <a:stretch>
            <a:fillRect/>
          </a:stretch>
        </p:blipFill>
        <p:spPr>
          <a:xfrm>
            <a:off x="667512" y="2584094"/>
            <a:ext cx="4654296" cy="3696086"/>
          </a:xfrm>
        </p:spPr>
      </p:pic>
      <p:sp>
        <p:nvSpPr>
          <p:cNvPr id="3" name="Content Placeholder 2">
            <a:extLst>
              <a:ext uri="{FF2B5EF4-FFF2-40B4-BE49-F238E27FC236}">
                <a16:creationId xmlns:a16="http://schemas.microsoft.com/office/drawing/2014/main" id="{4E4CE489-626F-3F9B-A6BA-44FA8F75035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41849" y="1260123"/>
            <a:ext cx="5882639" cy="5020056"/>
          </a:xfrm>
        </p:spPr>
        <p:txBody>
          <a:bodyPr>
            <a:normAutofit/>
          </a:bodyPr>
          <a:lstStyle/>
          <a:p>
            <a:pPr marL="0" indent="0">
              <a:spcBef>
                <a:spcPts val="2500"/>
              </a:spcBef>
              <a:buFont typeface="Arial" panose="020B0604020202020204" pitchFamily="34" charset="0"/>
              <a:buNone/>
            </a:pPr>
            <a:r>
              <a:rPr lang="en-US" b="1"/>
              <a:t>Body Composition Metrics</a:t>
            </a:r>
          </a:p>
          <a:p>
            <a:pPr marL="0" lvl="1" indent="0">
              <a:buFont typeface="Arial" panose="020B0604020202020204" pitchFamily="34" charset="0"/>
              <a:buNone/>
            </a:pPr>
            <a:r>
              <a:t>Core metrics like BMI and waist-hip ratio assess weight status and abdominal obesity risk accurately.</a:t>
            </a:r>
            <a:endParaRPr lang="en-US"/>
          </a:p>
          <a:p>
            <a:pPr marL="0" indent="0">
              <a:spcBef>
                <a:spcPts val="2500"/>
              </a:spcBef>
              <a:buFont typeface="Arial" panose="020B0604020202020204" pitchFamily="34" charset="0"/>
              <a:buNone/>
            </a:pPr>
            <a:r>
              <a:rPr lang="en-US" b="1"/>
              <a:t>Cardiovascular Monitoring</a:t>
            </a:r>
          </a:p>
          <a:p>
            <a:pPr marL="0" lvl="1" indent="0">
              <a:buFont typeface="Arial" panose="020B0604020202020204" pitchFamily="34" charset="0"/>
              <a:buNone/>
            </a:pPr>
            <a:r>
              <a:t>Heart rate and pulse tracking over time helps identify health trends and potential anomalies effectively.</a:t>
            </a:r>
            <a:endParaRPr lang="en-US"/>
          </a:p>
          <a:p>
            <a:pPr marL="0" indent="0">
              <a:spcBef>
                <a:spcPts val="2500"/>
              </a:spcBef>
              <a:buFont typeface="Arial" panose="020B0604020202020204" pitchFamily="34" charset="0"/>
              <a:buNone/>
            </a:pPr>
            <a:r>
              <a:rPr lang="en-US" b="1"/>
              <a:t>Body Measurements for Fitness</a:t>
            </a:r>
          </a:p>
          <a:p>
            <a:pPr marL="0" lvl="1" indent="0">
              <a:buFont typeface="Arial" panose="020B0604020202020204" pitchFamily="34" charset="0"/>
              <a:buNone/>
            </a:pPr>
            <a:r>
              <a:t>Measurements of chest, waist, hips, and arms offer granular progress tracking beyond weight alone.</a:t>
            </a:r>
            <a:endParaRPr lang="en-US"/>
          </a:p>
          <a:p>
            <a:pPr marL="0" indent="0">
              <a:spcBef>
                <a:spcPts val="2500"/>
              </a:spcBef>
              <a:buFont typeface="Arial" panose="020B0604020202020204" pitchFamily="34" charset="0"/>
              <a:buNone/>
            </a:pPr>
            <a:r>
              <a:rPr lang="en-US" b="1"/>
              <a:t>Fitness and Calorie Goals</a:t>
            </a:r>
          </a:p>
          <a:p>
            <a:pPr marL="0" lvl="1" indent="0">
              <a:buFont typeface="Arial" panose="020B0604020202020204" pitchFamily="34" charset="0"/>
              <a:buNone/>
            </a:pPr>
            <a:r>
              <a:t>Fitness goals translate weight and activity targets into calorie deficit or surplus recommendations.</a:t>
            </a:r>
            <a:endParaRPr lang="en-US"/>
          </a:p>
        </p:txBody>
      </p:sp>
    </p:spTree>
    <p:extLst>
      <p:ext uri="{BB962C8B-B14F-4D97-AF65-F5344CB8AC3E}">
        <p14:creationId xmlns:p14="http://schemas.microsoft.com/office/powerpoint/2010/main" val="111944019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A9B5E-6A0F-3678-5D3E-DEC4ECAE6F31}"/>
              </a:ext>
            </a:extLst>
          </p:cNvPr>
          <p:cNvSpPr>
            <a:spLocks noGrp="1"/>
          </p:cNvSpPr>
          <p:nvPr>
            <p:ph type="ctrTitle"/>
          </p:nvPr>
        </p:nvSpPr>
        <p:spPr>
          <a:xfrm>
            <a:off x="667512" y="1417671"/>
            <a:ext cx="7909560" cy="4906929"/>
          </a:xfrm>
        </p:spPr>
        <p:txBody>
          <a:bodyPr anchor="b">
            <a:normAutofit/>
          </a:bodyPr>
          <a:lstStyle/>
          <a:p>
            <a:r>
              <a:rPr lang="en-US"/>
              <a:t>Functional Capabilities and User Experience</a:t>
            </a:r>
          </a:p>
        </p:txBody>
      </p:sp>
      <p:sp>
        <p:nvSpPr>
          <p:cNvPr id="4" name="Slide Number Placeholder 3">
            <a:extLst>
              <a:ext uri="{FF2B5EF4-FFF2-40B4-BE49-F238E27FC236}">
                <a16:creationId xmlns:a16="http://schemas.microsoft.com/office/drawing/2014/main" id="{E7F4775A-4174-C509-13B6-F665044B77E7}"/>
              </a:ext>
            </a:extLst>
          </p:cNvPr>
          <p:cNvSpPr>
            <a:spLocks noGrp="1"/>
          </p:cNvSpPr>
          <p:nvPr>
            <p:ph type="sldNum" sz="quarter" idx="4"/>
          </p:nvPr>
        </p:nvSpPr>
        <p:spPr>
          <a:xfrm>
            <a:off x="667512" y="187882"/>
            <a:ext cx="266609" cy="365125"/>
          </a:xfrm>
        </p:spPr>
        <p:txBody>
          <a:bodyPr anchor="ctr">
            <a:normAutofit/>
          </a:bodyPr>
          <a:lstStyle/>
          <a:p>
            <a:pPr>
              <a:spcAft>
                <a:spcPts val="600"/>
              </a:spcAft>
            </a:pPr>
            <a:fld id="{7ECAF3DD-865B-4F9E-8AEE-28157E83B0D8}" type="slidenum">
              <a:rPr lang="en-US" smtClean="0"/>
              <a:pPr>
                <a:spcAft>
                  <a:spcPts val="600"/>
                </a:spcAft>
              </a:pPr>
              <a:t>10</a:t>
            </a:fld>
            <a:endParaRPr lang="en-US"/>
          </a:p>
        </p:txBody>
      </p:sp>
      <p:sp>
        <p:nvSpPr>
          <p:cNvPr id="5" name="Footer Placeholder 4">
            <a:extLst>
              <a:ext uri="{FF2B5EF4-FFF2-40B4-BE49-F238E27FC236}">
                <a16:creationId xmlns:a16="http://schemas.microsoft.com/office/drawing/2014/main" id="{594C4158-EA38-748C-56E0-2785F2A79FF1}"/>
              </a:ext>
            </a:extLst>
          </p:cNvPr>
          <p:cNvSpPr>
            <a:spLocks noGrp="1"/>
          </p:cNvSpPr>
          <p:nvPr>
            <p:ph type="ftr" sz="quarter" idx="15"/>
          </p:nvPr>
        </p:nvSpPr>
        <p:spPr>
          <a:xfrm>
            <a:off x="934122" y="181066"/>
            <a:ext cx="3144101" cy="365125"/>
          </a:xfrm>
        </p:spPr>
        <p:txBody>
          <a:bodyPr anchor="ctr">
            <a:normAutofit/>
          </a:bodyPr>
          <a:lstStyle/>
          <a:p>
            <a:pPr>
              <a:spcAft>
                <a:spcPts val="600"/>
              </a:spcAft>
            </a:pPr>
            <a:r>
              <a:rPr lang="en-US"/>
              <a:t>Presentation title</a:t>
            </a:r>
          </a:p>
        </p:txBody>
      </p:sp>
      <p:sp>
        <p:nvSpPr>
          <p:cNvPr id="6" name="Date Placeholder 5">
            <a:extLst>
              <a:ext uri="{FF2B5EF4-FFF2-40B4-BE49-F238E27FC236}">
                <a16:creationId xmlns:a16="http://schemas.microsoft.com/office/drawing/2014/main" id="{F7EA3A60-B37A-F569-410A-452B293E38C8}"/>
              </a:ext>
            </a:extLst>
          </p:cNvPr>
          <p:cNvSpPr>
            <a:spLocks noGrp="1"/>
          </p:cNvSpPr>
          <p:nvPr>
            <p:ph type="dt" sz="half" idx="2"/>
          </p:nvPr>
        </p:nvSpPr>
        <p:spPr>
          <a:xfrm>
            <a:off x="9337084" y="181004"/>
            <a:ext cx="2202644" cy="365125"/>
          </a:xfrm>
        </p:spPr>
        <p:txBody>
          <a:bodyPr anchor="ctr">
            <a:normAutofit/>
          </a:bodyPr>
          <a:lstStyle/>
          <a:p>
            <a:pPr>
              <a:spcAft>
                <a:spcPts val="600"/>
              </a:spcAft>
            </a:pPr>
            <a:fld id="{817601D0-08EE-4682-8251-778D57A7E59F}" type="datetime1">
              <a:rPr lang="en-US" smtClean="0"/>
              <a:pPr>
                <a:spcAft>
                  <a:spcPts val="600"/>
                </a:spcAft>
              </a:pPr>
              <a:t>3/12/2026</a:t>
            </a:fld>
            <a:endParaRPr lang="en-US"/>
          </a:p>
        </p:txBody>
      </p:sp>
    </p:spTree>
    <p:extLst>
      <p:ext uri="{BB962C8B-B14F-4D97-AF65-F5344CB8AC3E}">
        <p14:creationId xmlns:p14="http://schemas.microsoft.com/office/powerpoint/2010/main" val="411359357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76A56-CEDC-6577-ABB8-D13126A11D1F}"/>
              </a:ext>
            </a:extLst>
          </p:cNvPr>
          <p:cNvSpPr>
            <a:spLocks noGrp="1"/>
          </p:cNvSpPr>
          <p:nvPr>
            <p:ph type="title"/>
          </p:nvPr>
        </p:nvSpPr>
        <p:spPr>
          <a:xfrm>
            <a:off x="667512" y="1260124"/>
            <a:ext cx="4654296" cy="1004010"/>
          </a:xfrm>
        </p:spPr>
        <p:txBody>
          <a:bodyPr anchor="t">
            <a:normAutofit/>
          </a:bodyPr>
          <a:lstStyle/>
          <a:p>
            <a:r>
              <a:rPr lang="en-US" sz="3400"/>
              <a:t>User Onboarding and Profile Management</a:t>
            </a:r>
          </a:p>
        </p:txBody>
      </p:sp>
      <p:sp>
        <p:nvSpPr>
          <p:cNvPr id="4" name="Slide Number Placeholder 3">
            <a:extLst>
              <a:ext uri="{FF2B5EF4-FFF2-40B4-BE49-F238E27FC236}">
                <a16:creationId xmlns:a16="http://schemas.microsoft.com/office/drawing/2014/main" id="{AFFCBE3C-DF4F-1AF8-DC32-AB501C35755D}"/>
              </a:ext>
            </a:extLst>
          </p:cNvPr>
          <p:cNvSpPr>
            <a:spLocks noGrp="1"/>
          </p:cNvSpPr>
          <p:nvPr>
            <p:ph type="sldNum" sz="quarter" idx="4"/>
          </p:nvPr>
        </p:nvSpPr>
        <p:spPr>
          <a:xfrm>
            <a:off x="667512" y="187882"/>
            <a:ext cx="266609" cy="365125"/>
          </a:xfrm>
        </p:spPr>
        <p:txBody>
          <a:bodyPr anchor="ctr">
            <a:normAutofit/>
          </a:bodyPr>
          <a:lstStyle/>
          <a:p>
            <a:pPr>
              <a:spcAft>
                <a:spcPts val="600"/>
              </a:spcAft>
            </a:pPr>
            <a:fld id="{7ECAF3DD-865B-4F9E-8AEE-28157E83B0D8}" type="slidenum">
              <a:rPr lang="en-US" smtClean="0"/>
              <a:pPr>
                <a:spcAft>
                  <a:spcPts val="600"/>
                </a:spcAft>
              </a:pPr>
              <a:t>11</a:t>
            </a:fld>
            <a:endParaRPr lang="en-US"/>
          </a:p>
        </p:txBody>
      </p:sp>
      <p:sp>
        <p:nvSpPr>
          <p:cNvPr id="5" name="Footer Placeholder 4">
            <a:extLst>
              <a:ext uri="{FF2B5EF4-FFF2-40B4-BE49-F238E27FC236}">
                <a16:creationId xmlns:a16="http://schemas.microsoft.com/office/drawing/2014/main" id="{85ADCAED-4BC0-CF6E-27A7-8D6AEE686C0C}"/>
              </a:ext>
            </a:extLst>
          </p:cNvPr>
          <p:cNvSpPr>
            <a:spLocks noGrp="1"/>
          </p:cNvSpPr>
          <p:nvPr>
            <p:ph type="ftr" sz="quarter" idx="15"/>
          </p:nvPr>
        </p:nvSpPr>
        <p:spPr>
          <a:xfrm>
            <a:off x="934122" y="181066"/>
            <a:ext cx="3144101" cy="365125"/>
          </a:xfrm>
        </p:spPr>
        <p:txBody>
          <a:bodyPr anchor="ctr">
            <a:normAutofit/>
          </a:bodyPr>
          <a:lstStyle/>
          <a:p>
            <a:pPr>
              <a:spcAft>
                <a:spcPts val="600"/>
              </a:spcAft>
            </a:pPr>
            <a:r>
              <a:rPr lang="en-US"/>
              <a:t>Presentation title</a:t>
            </a:r>
          </a:p>
        </p:txBody>
      </p:sp>
      <p:sp>
        <p:nvSpPr>
          <p:cNvPr id="6" name="Date Placeholder 5">
            <a:extLst>
              <a:ext uri="{FF2B5EF4-FFF2-40B4-BE49-F238E27FC236}">
                <a16:creationId xmlns:a16="http://schemas.microsoft.com/office/drawing/2014/main" id="{8CCA4848-392B-5FAD-75D5-B690ECA78808}"/>
              </a:ext>
            </a:extLst>
          </p:cNvPr>
          <p:cNvSpPr>
            <a:spLocks noGrp="1"/>
          </p:cNvSpPr>
          <p:nvPr>
            <p:ph type="dt" sz="half" idx="2"/>
          </p:nvPr>
        </p:nvSpPr>
        <p:spPr>
          <a:xfrm>
            <a:off x="9337084" y="181004"/>
            <a:ext cx="2202644" cy="365125"/>
          </a:xfrm>
        </p:spPr>
        <p:txBody>
          <a:bodyPr anchor="ctr">
            <a:normAutofit/>
          </a:bodyPr>
          <a:lstStyle/>
          <a:p>
            <a:pPr>
              <a:spcAft>
                <a:spcPts val="600"/>
              </a:spcAft>
            </a:pPr>
            <a:fld id="{DEE4FD85-5D6D-4FA4-A373-26EC0F227592}" type="datetime1">
              <a:rPr lang="en-US" smtClean="0"/>
              <a:pPr>
                <a:spcAft>
                  <a:spcPts val="600"/>
                </a:spcAft>
              </a:pPr>
              <a:t>3/12/2026</a:t>
            </a:fld>
            <a:endParaRPr lang="en-US"/>
          </a:p>
        </p:txBody>
      </p:sp>
      <p:pic>
        <p:nvPicPr>
          <p:cNvPr id="8" name="Content Placeholder 7" descr="Digital work of Dummy names around social avatar with smart phone">
            <a:extLst>
              <a:ext uri="{FF2B5EF4-FFF2-40B4-BE49-F238E27FC236}">
                <a16:creationId xmlns:a16="http://schemas.microsoft.com/office/drawing/2014/main" id="{A3B9C4FC-1747-4547-AC16-DB2ABB06E39F}"/>
              </a:ext>
            </a:extLst>
          </p:cNvPr>
          <p:cNvPicPr>
            <a:picLocks noGrp="1" noChangeAspect="1"/>
          </p:cNvPicPr>
          <p:nvPr>
            <p:ph type="pic" sz="quarter" idx="13"/>
          </p:nvPr>
        </p:nvPicPr>
        <p:blipFill>
          <a:blip r:embed="rId3"/>
          <a:srcRect l="6815" r="9130"/>
          <a:stretch>
            <a:fillRect/>
          </a:stretch>
        </p:blipFill>
        <p:spPr>
          <a:xfrm>
            <a:off x="667512" y="2584094"/>
            <a:ext cx="4654296" cy="3696086"/>
          </a:xfrm>
        </p:spPr>
      </p:pic>
      <p:sp>
        <p:nvSpPr>
          <p:cNvPr id="3" name="Content Placeholder 2">
            <a:extLst>
              <a:ext uri="{FF2B5EF4-FFF2-40B4-BE49-F238E27FC236}">
                <a16:creationId xmlns:a16="http://schemas.microsoft.com/office/drawing/2014/main" id="{2D2A0293-910C-0972-0C04-864520BCC1FC}"/>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41849" y="1260123"/>
            <a:ext cx="5882639" cy="5020056"/>
          </a:xfrm>
        </p:spPr>
        <p:txBody>
          <a:bodyPr>
            <a:normAutofit/>
          </a:bodyPr>
          <a:lstStyle/>
          <a:p>
            <a:pPr marL="0" indent="0">
              <a:spcBef>
                <a:spcPts val="2500"/>
              </a:spcBef>
              <a:buFont typeface="Arial" panose="020B0604020202020204" pitchFamily="34" charset="0"/>
              <a:buNone/>
            </a:pPr>
            <a:r>
              <a:rPr lang="en-US" b="1"/>
              <a:t>Simple and Secure Onboarding</a:t>
            </a:r>
          </a:p>
          <a:p>
            <a:pPr marL="0" lvl="1" indent="0">
              <a:buFont typeface="Arial" panose="020B0604020202020204" pitchFamily="34" charset="0"/>
              <a:buNone/>
            </a:pPr>
            <a:r>
              <a:t>The onboarding process enables users to securely create accounts using email or mobile number verification with a simple flow.</a:t>
            </a:r>
            <a:endParaRPr lang="en-US"/>
          </a:p>
          <a:p>
            <a:pPr marL="0" indent="0">
              <a:spcBef>
                <a:spcPts val="2500"/>
              </a:spcBef>
              <a:buFont typeface="Arial" panose="020B0604020202020204" pitchFamily="34" charset="0"/>
              <a:buNone/>
            </a:pPr>
            <a:r>
              <a:rPr lang="en-US" b="1"/>
              <a:t>Profile Setup with Essential Data</a:t>
            </a:r>
          </a:p>
          <a:p>
            <a:pPr marL="0" lvl="1" indent="0">
              <a:buFont typeface="Arial" panose="020B0604020202020204" pitchFamily="34" charset="0"/>
              <a:buNone/>
            </a:pPr>
            <a:r>
              <a:t>Users provide key details like age, gender, height, weight, and activity level to establish an accurate health baseline.</a:t>
            </a:r>
            <a:endParaRPr lang="en-US"/>
          </a:p>
          <a:p>
            <a:pPr marL="0" indent="0">
              <a:spcBef>
                <a:spcPts val="2500"/>
              </a:spcBef>
              <a:buFont typeface="Arial" panose="020B0604020202020204" pitchFamily="34" charset="0"/>
              <a:buNone/>
            </a:pPr>
            <a:r>
              <a:rPr lang="en-US" b="1"/>
              <a:t>Automatic Health Metrics Calculation</a:t>
            </a:r>
          </a:p>
          <a:p>
            <a:pPr marL="0" lvl="1" indent="0">
              <a:buFont typeface="Arial" panose="020B0604020202020204" pitchFamily="34" charset="0"/>
              <a:buNone/>
            </a:pPr>
            <a:r>
              <a:t>The platform computes BMI, basal metabolic rate, and calorie needs automatically, reducing user effort and errors.</a:t>
            </a:r>
            <a:endParaRPr lang="en-US"/>
          </a:p>
          <a:p>
            <a:pPr marL="0" indent="0">
              <a:spcBef>
                <a:spcPts val="2500"/>
              </a:spcBef>
              <a:buFont typeface="Arial" panose="020B0604020202020204" pitchFamily="34" charset="0"/>
              <a:buNone/>
            </a:pPr>
            <a:r>
              <a:rPr lang="en-US" b="1"/>
              <a:t>User Experience Focus</a:t>
            </a:r>
          </a:p>
          <a:p>
            <a:pPr marL="0" lvl="1" indent="0">
              <a:buFont typeface="Arial" panose="020B0604020202020204" pitchFamily="34" charset="0"/>
              <a:buNone/>
            </a:pPr>
            <a:r>
              <a:t>Onboarding emphasizes clarity and minimal cognitive load to improve completion rates and data quality for personalization.</a:t>
            </a:r>
            <a:endParaRPr lang="en-US"/>
          </a:p>
        </p:txBody>
      </p:sp>
    </p:spTree>
    <p:extLst>
      <p:ext uri="{BB962C8B-B14F-4D97-AF65-F5344CB8AC3E}">
        <p14:creationId xmlns:p14="http://schemas.microsoft.com/office/powerpoint/2010/main" val="5182748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89F33-8BB4-0A28-D01C-2E83FC40A3F3}"/>
              </a:ext>
            </a:extLst>
          </p:cNvPr>
          <p:cNvSpPr>
            <a:spLocks noGrp="1"/>
          </p:cNvSpPr>
          <p:nvPr>
            <p:ph type="title"/>
          </p:nvPr>
        </p:nvSpPr>
        <p:spPr>
          <a:xfrm>
            <a:off x="667512" y="1260124"/>
            <a:ext cx="4654296" cy="1004010"/>
          </a:xfrm>
        </p:spPr>
        <p:txBody>
          <a:bodyPr anchor="t">
            <a:normAutofit/>
          </a:bodyPr>
          <a:lstStyle/>
          <a:p>
            <a:r>
              <a:rPr lang="en-US" sz="3100"/>
              <a:t>Health Assessment and Real-Time Calculations</a:t>
            </a:r>
          </a:p>
        </p:txBody>
      </p:sp>
      <p:sp>
        <p:nvSpPr>
          <p:cNvPr id="4" name="Slide Number Placeholder 3">
            <a:extLst>
              <a:ext uri="{FF2B5EF4-FFF2-40B4-BE49-F238E27FC236}">
                <a16:creationId xmlns:a16="http://schemas.microsoft.com/office/drawing/2014/main" id="{D8E90AEA-9EEC-B3FD-CEF3-BFA2095286CB}"/>
              </a:ext>
            </a:extLst>
          </p:cNvPr>
          <p:cNvSpPr>
            <a:spLocks noGrp="1"/>
          </p:cNvSpPr>
          <p:nvPr>
            <p:ph type="sldNum" sz="quarter" idx="4"/>
          </p:nvPr>
        </p:nvSpPr>
        <p:spPr>
          <a:xfrm>
            <a:off x="667512" y="187882"/>
            <a:ext cx="266609" cy="365125"/>
          </a:xfrm>
        </p:spPr>
        <p:txBody>
          <a:bodyPr anchor="ctr">
            <a:normAutofit/>
          </a:bodyPr>
          <a:lstStyle/>
          <a:p>
            <a:pPr>
              <a:spcAft>
                <a:spcPts val="600"/>
              </a:spcAft>
            </a:pPr>
            <a:fld id="{7ECAF3DD-865B-4F9E-8AEE-28157E83B0D8}" type="slidenum">
              <a:rPr lang="en-US" smtClean="0"/>
              <a:pPr>
                <a:spcAft>
                  <a:spcPts val="600"/>
                </a:spcAft>
              </a:pPr>
              <a:t>12</a:t>
            </a:fld>
            <a:endParaRPr lang="en-US"/>
          </a:p>
        </p:txBody>
      </p:sp>
      <p:sp>
        <p:nvSpPr>
          <p:cNvPr id="5" name="Footer Placeholder 4">
            <a:extLst>
              <a:ext uri="{FF2B5EF4-FFF2-40B4-BE49-F238E27FC236}">
                <a16:creationId xmlns:a16="http://schemas.microsoft.com/office/drawing/2014/main" id="{4B4462CE-F700-C33C-A612-CEE23D273C3C}"/>
              </a:ext>
            </a:extLst>
          </p:cNvPr>
          <p:cNvSpPr>
            <a:spLocks noGrp="1"/>
          </p:cNvSpPr>
          <p:nvPr>
            <p:ph type="ftr" sz="quarter" idx="15"/>
          </p:nvPr>
        </p:nvSpPr>
        <p:spPr>
          <a:xfrm>
            <a:off x="934122" y="181066"/>
            <a:ext cx="3144101" cy="365125"/>
          </a:xfrm>
        </p:spPr>
        <p:txBody>
          <a:bodyPr anchor="ctr">
            <a:normAutofit/>
          </a:bodyPr>
          <a:lstStyle/>
          <a:p>
            <a:pPr>
              <a:spcAft>
                <a:spcPts val="600"/>
              </a:spcAft>
            </a:pPr>
            <a:r>
              <a:rPr lang="en-US"/>
              <a:t>Presentation title</a:t>
            </a:r>
          </a:p>
        </p:txBody>
      </p:sp>
      <p:sp>
        <p:nvSpPr>
          <p:cNvPr id="6" name="Date Placeholder 5">
            <a:extLst>
              <a:ext uri="{FF2B5EF4-FFF2-40B4-BE49-F238E27FC236}">
                <a16:creationId xmlns:a16="http://schemas.microsoft.com/office/drawing/2014/main" id="{84A1E8F6-D108-E817-3380-A8B83ED03E05}"/>
              </a:ext>
            </a:extLst>
          </p:cNvPr>
          <p:cNvSpPr>
            <a:spLocks noGrp="1"/>
          </p:cNvSpPr>
          <p:nvPr>
            <p:ph type="dt" sz="half" idx="2"/>
          </p:nvPr>
        </p:nvSpPr>
        <p:spPr>
          <a:xfrm>
            <a:off x="9337084" y="181004"/>
            <a:ext cx="2202644" cy="365125"/>
          </a:xfrm>
        </p:spPr>
        <p:txBody>
          <a:bodyPr anchor="ctr">
            <a:normAutofit/>
          </a:bodyPr>
          <a:lstStyle/>
          <a:p>
            <a:pPr>
              <a:spcAft>
                <a:spcPts val="600"/>
              </a:spcAft>
            </a:pPr>
            <a:fld id="{DEE4FD85-5D6D-4FA4-A373-26EC0F227592}" type="datetime1">
              <a:rPr lang="en-US" smtClean="0"/>
              <a:pPr>
                <a:spcAft>
                  <a:spcPts val="600"/>
                </a:spcAft>
              </a:pPr>
              <a:t>3/12/2026</a:t>
            </a:fld>
            <a:endParaRPr lang="en-US"/>
          </a:p>
        </p:txBody>
      </p:sp>
      <p:pic>
        <p:nvPicPr>
          <p:cNvPr id="8" name="Content Placeholder 7" descr="Modern background">
            <a:extLst>
              <a:ext uri="{FF2B5EF4-FFF2-40B4-BE49-F238E27FC236}">
                <a16:creationId xmlns:a16="http://schemas.microsoft.com/office/drawing/2014/main" id="{FD1F0365-1B1E-43A4-9A5C-5BCE93EC77F1}"/>
              </a:ext>
            </a:extLst>
          </p:cNvPr>
          <p:cNvPicPr>
            <a:picLocks noGrp="1" noChangeAspect="1"/>
          </p:cNvPicPr>
          <p:nvPr>
            <p:ph type="pic" sz="quarter" idx="13"/>
          </p:nvPr>
        </p:nvPicPr>
        <p:blipFill>
          <a:blip r:embed="rId3"/>
          <a:srcRect l="6054" r="9891"/>
          <a:stretch>
            <a:fillRect/>
          </a:stretch>
        </p:blipFill>
        <p:spPr>
          <a:xfrm>
            <a:off x="667512" y="2584094"/>
            <a:ext cx="4654296" cy="3696086"/>
          </a:xfrm>
        </p:spPr>
      </p:pic>
      <p:sp>
        <p:nvSpPr>
          <p:cNvPr id="3" name="Content Placeholder 2">
            <a:extLst>
              <a:ext uri="{FF2B5EF4-FFF2-40B4-BE49-F238E27FC236}">
                <a16:creationId xmlns:a16="http://schemas.microsoft.com/office/drawing/2014/main" id="{68BC67F3-AC81-F5D9-F57E-BF5FCDA0DE6C}"/>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41849" y="1260123"/>
            <a:ext cx="5882639" cy="5020056"/>
          </a:xfrm>
        </p:spPr>
        <p:txBody>
          <a:bodyPr>
            <a:normAutofit/>
          </a:bodyPr>
          <a:lstStyle/>
          <a:p>
            <a:pPr marL="0" indent="0">
              <a:spcBef>
                <a:spcPts val="2500"/>
              </a:spcBef>
              <a:buFont typeface="Arial" panose="020B0604020202020204" pitchFamily="34" charset="0"/>
              <a:buNone/>
            </a:pPr>
            <a:r>
              <a:rPr lang="en-US" b="1"/>
              <a:t>Streamlined User Interface</a:t>
            </a:r>
          </a:p>
          <a:p>
            <a:pPr marL="0" lvl="1" indent="0">
              <a:buFont typeface="Arial" panose="020B0604020202020204" pitchFamily="34" charset="0"/>
              <a:buNone/>
            </a:pPr>
            <a:r>
              <a:t>A single interface lets users input health metrics efficiently and seamlessly.</a:t>
            </a:r>
            <a:endParaRPr lang="en-US"/>
          </a:p>
          <a:p>
            <a:pPr marL="0" indent="0">
              <a:spcBef>
                <a:spcPts val="2500"/>
              </a:spcBef>
              <a:buFont typeface="Arial" panose="020B0604020202020204" pitchFamily="34" charset="0"/>
              <a:buNone/>
            </a:pPr>
            <a:r>
              <a:rPr lang="en-US" b="1"/>
              <a:t>Real-Time Calculations</a:t>
            </a:r>
          </a:p>
          <a:p>
            <a:pPr marL="0" lvl="1" indent="0">
              <a:buFont typeface="Arial" panose="020B0604020202020204" pitchFamily="34" charset="0"/>
              <a:buNone/>
            </a:pPr>
            <a:r>
              <a:t>Instant feedback is provided with calculations updating live, enhancing user experience.</a:t>
            </a:r>
            <a:endParaRPr lang="en-US"/>
          </a:p>
          <a:p>
            <a:pPr marL="0" indent="0">
              <a:spcBef>
                <a:spcPts val="2500"/>
              </a:spcBef>
              <a:buFont typeface="Arial" panose="020B0604020202020204" pitchFamily="34" charset="0"/>
              <a:buNone/>
            </a:pPr>
            <a:r>
              <a:rPr lang="en-US" b="1"/>
              <a:t>Visual Health Indicators</a:t>
            </a:r>
          </a:p>
          <a:p>
            <a:pPr marL="0" lvl="1" indent="0">
              <a:buFont typeface="Arial" panose="020B0604020202020204" pitchFamily="34" charset="0"/>
              <a:buNone/>
            </a:pPr>
            <a:r>
              <a:t>Color-coded status signals intuitively communicate health ranges to reduce interpretation effort.</a:t>
            </a:r>
            <a:endParaRPr lang="en-US"/>
          </a:p>
          <a:p>
            <a:pPr marL="0" indent="0">
              <a:spcBef>
                <a:spcPts val="2500"/>
              </a:spcBef>
              <a:buFont typeface="Arial" panose="020B0604020202020204" pitchFamily="34" charset="0"/>
              <a:buNone/>
            </a:pPr>
            <a:r>
              <a:rPr lang="en-US" b="1"/>
              <a:t>Data Storage and Trend Analysis</a:t>
            </a:r>
          </a:p>
          <a:p>
            <a:pPr marL="0" lvl="1" indent="0">
              <a:buFont typeface="Arial" panose="020B0604020202020204" pitchFamily="34" charset="0"/>
              <a:buNone/>
            </a:pPr>
            <a:r>
              <a:t>Assessments are timestamped and stored, allowing for tracking health trends over time.</a:t>
            </a:r>
            <a:endParaRPr lang="en-US"/>
          </a:p>
        </p:txBody>
      </p:sp>
    </p:spTree>
    <p:extLst>
      <p:ext uri="{BB962C8B-B14F-4D97-AF65-F5344CB8AC3E}">
        <p14:creationId xmlns:p14="http://schemas.microsoft.com/office/powerpoint/2010/main" val="87019204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9A7D1-4DD3-BC38-6133-B41F3769BB8E}"/>
              </a:ext>
            </a:extLst>
          </p:cNvPr>
          <p:cNvSpPr>
            <a:spLocks noGrp="1"/>
          </p:cNvSpPr>
          <p:nvPr>
            <p:ph type="title"/>
          </p:nvPr>
        </p:nvSpPr>
        <p:spPr>
          <a:xfrm>
            <a:off x="667512" y="1260124"/>
            <a:ext cx="4654296" cy="1004010"/>
          </a:xfrm>
        </p:spPr>
        <p:txBody>
          <a:bodyPr anchor="t">
            <a:normAutofit/>
          </a:bodyPr>
          <a:lstStyle/>
          <a:p>
            <a:r>
              <a:rPr lang="en-US" sz="2200"/>
              <a:t>Personalized Recommendations and Insights</a:t>
            </a:r>
          </a:p>
        </p:txBody>
      </p:sp>
      <p:sp>
        <p:nvSpPr>
          <p:cNvPr id="4" name="Slide Number Placeholder 3">
            <a:extLst>
              <a:ext uri="{FF2B5EF4-FFF2-40B4-BE49-F238E27FC236}">
                <a16:creationId xmlns:a16="http://schemas.microsoft.com/office/drawing/2014/main" id="{176E860D-BAAF-09EA-80CF-AABEEE18B68F}"/>
              </a:ext>
            </a:extLst>
          </p:cNvPr>
          <p:cNvSpPr>
            <a:spLocks noGrp="1"/>
          </p:cNvSpPr>
          <p:nvPr>
            <p:ph type="sldNum" sz="quarter" idx="4"/>
          </p:nvPr>
        </p:nvSpPr>
        <p:spPr>
          <a:xfrm>
            <a:off x="667512" y="187882"/>
            <a:ext cx="266609" cy="365125"/>
          </a:xfrm>
        </p:spPr>
        <p:txBody>
          <a:bodyPr anchor="ctr">
            <a:normAutofit/>
          </a:bodyPr>
          <a:lstStyle/>
          <a:p>
            <a:pPr>
              <a:spcAft>
                <a:spcPts val="600"/>
              </a:spcAft>
            </a:pPr>
            <a:fld id="{7ECAF3DD-865B-4F9E-8AEE-28157E83B0D8}" type="slidenum">
              <a:rPr lang="en-US" smtClean="0"/>
              <a:pPr>
                <a:spcAft>
                  <a:spcPts val="600"/>
                </a:spcAft>
              </a:pPr>
              <a:t>13</a:t>
            </a:fld>
            <a:endParaRPr lang="en-US"/>
          </a:p>
        </p:txBody>
      </p:sp>
      <p:sp>
        <p:nvSpPr>
          <p:cNvPr id="5" name="Footer Placeholder 4">
            <a:extLst>
              <a:ext uri="{FF2B5EF4-FFF2-40B4-BE49-F238E27FC236}">
                <a16:creationId xmlns:a16="http://schemas.microsoft.com/office/drawing/2014/main" id="{8102C078-AECC-BC6D-AAC2-D1B06F628E6A}"/>
              </a:ext>
            </a:extLst>
          </p:cNvPr>
          <p:cNvSpPr>
            <a:spLocks noGrp="1"/>
          </p:cNvSpPr>
          <p:nvPr>
            <p:ph type="ftr" sz="quarter" idx="15"/>
          </p:nvPr>
        </p:nvSpPr>
        <p:spPr>
          <a:xfrm>
            <a:off x="934122" y="181066"/>
            <a:ext cx="3144101" cy="365125"/>
          </a:xfrm>
        </p:spPr>
        <p:txBody>
          <a:bodyPr anchor="ctr">
            <a:normAutofit/>
          </a:bodyPr>
          <a:lstStyle/>
          <a:p>
            <a:pPr>
              <a:spcAft>
                <a:spcPts val="600"/>
              </a:spcAft>
            </a:pPr>
            <a:r>
              <a:rPr lang="en-US"/>
              <a:t>Presentation title</a:t>
            </a:r>
          </a:p>
        </p:txBody>
      </p:sp>
      <p:sp>
        <p:nvSpPr>
          <p:cNvPr id="6" name="Date Placeholder 5">
            <a:extLst>
              <a:ext uri="{FF2B5EF4-FFF2-40B4-BE49-F238E27FC236}">
                <a16:creationId xmlns:a16="http://schemas.microsoft.com/office/drawing/2014/main" id="{F8673508-50D0-A738-B123-3A258097C8AD}"/>
              </a:ext>
            </a:extLst>
          </p:cNvPr>
          <p:cNvSpPr>
            <a:spLocks noGrp="1"/>
          </p:cNvSpPr>
          <p:nvPr>
            <p:ph type="dt" sz="half" idx="2"/>
          </p:nvPr>
        </p:nvSpPr>
        <p:spPr>
          <a:xfrm>
            <a:off x="9337084" y="181004"/>
            <a:ext cx="2202644" cy="365125"/>
          </a:xfrm>
        </p:spPr>
        <p:txBody>
          <a:bodyPr anchor="ctr">
            <a:normAutofit/>
          </a:bodyPr>
          <a:lstStyle/>
          <a:p>
            <a:pPr>
              <a:spcAft>
                <a:spcPts val="600"/>
              </a:spcAft>
            </a:pPr>
            <a:fld id="{DEE4FD85-5D6D-4FA4-A373-26EC0F227592}" type="datetime1">
              <a:rPr lang="en-US" smtClean="0"/>
              <a:pPr>
                <a:spcAft>
                  <a:spcPts val="600"/>
                </a:spcAft>
              </a:pPr>
              <a:t>3/12/2026</a:t>
            </a:fld>
            <a:endParaRPr lang="en-US"/>
          </a:p>
        </p:txBody>
      </p:sp>
      <p:pic>
        <p:nvPicPr>
          <p:cNvPr id="8" name="Content Placeholder 7" descr="Beautiful girl monitoring her progress on mobile phone.">
            <a:extLst>
              <a:ext uri="{FF2B5EF4-FFF2-40B4-BE49-F238E27FC236}">
                <a16:creationId xmlns:a16="http://schemas.microsoft.com/office/drawing/2014/main" id="{424A8068-C6BE-4D6A-B3B2-DD846D73EC75}"/>
              </a:ext>
            </a:extLst>
          </p:cNvPr>
          <p:cNvPicPr>
            <a:picLocks noGrp="1" noChangeAspect="1"/>
          </p:cNvPicPr>
          <p:nvPr>
            <p:ph type="pic" sz="quarter" idx="13"/>
          </p:nvPr>
        </p:nvPicPr>
        <p:blipFill>
          <a:blip r:embed="rId3"/>
          <a:srcRect l="15945"/>
          <a:stretch>
            <a:fillRect/>
          </a:stretch>
        </p:blipFill>
        <p:spPr>
          <a:xfrm>
            <a:off x="667512" y="2584094"/>
            <a:ext cx="4654296" cy="3696086"/>
          </a:xfrm>
        </p:spPr>
      </p:pic>
      <p:sp>
        <p:nvSpPr>
          <p:cNvPr id="3" name="Content Placeholder 2">
            <a:extLst>
              <a:ext uri="{FF2B5EF4-FFF2-40B4-BE49-F238E27FC236}">
                <a16:creationId xmlns:a16="http://schemas.microsoft.com/office/drawing/2014/main" id="{D923D3C3-F635-A39B-B504-D60D09B312D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41849" y="1260123"/>
            <a:ext cx="5882639" cy="5020056"/>
          </a:xfrm>
        </p:spPr>
        <p:txBody>
          <a:bodyPr>
            <a:normAutofit/>
          </a:bodyPr>
          <a:lstStyle/>
          <a:p>
            <a:pPr marL="0" indent="0">
              <a:spcBef>
                <a:spcPts val="2500"/>
              </a:spcBef>
              <a:buFont typeface="Arial" panose="020B0604020202020204" pitchFamily="34" charset="0"/>
              <a:buNone/>
            </a:pPr>
            <a:r>
              <a:rPr lang="en-US" b="1"/>
              <a:t>Health Risk Profiling</a:t>
            </a:r>
          </a:p>
          <a:p>
            <a:pPr marL="0" lvl="1" indent="0">
              <a:buFont typeface="Arial" panose="020B0604020202020204" pitchFamily="34" charset="0"/>
              <a:buNone/>
            </a:pPr>
            <a:r>
              <a:t>The system categorizes users into low, medium, or high health risk profiles based on personalized metrics and goals.</a:t>
            </a:r>
            <a:endParaRPr lang="en-US"/>
          </a:p>
          <a:p>
            <a:pPr marL="0" indent="0">
              <a:spcBef>
                <a:spcPts val="2500"/>
              </a:spcBef>
              <a:buFont typeface="Arial" panose="020B0604020202020204" pitchFamily="34" charset="0"/>
              <a:buNone/>
            </a:pPr>
            <a:r>
              <a:rPr lang="en-US" b="1"/>
              <a:t>Tailored Diet Recommendations</a:t>
            </a:r>
          </a:p>
          <a:p>
            <a:pPr marL="0" lvl="1" indent="0">
              <a:buFont typeface="Arial" panose="020B0604020202020204" pitchFamily="34" charset="0"/>
              <a:buNone/>
            </a:pPr>
            <a:r>
              <a:t>Diet advice is customized according to BMI and target health outcomes for effective nutritional guidance.</a:t>
            </a:r>
            <a:endParaRPr lang="en-US"/>
          </a:p>
          <a:p>
            <a:pPr marL="0" indent="0">
              <a:spcBef>
                <a:spcPts val="2500"/>
              </a:spcBef>
              <a:buFont typeface="Arial" panose="020B0604020202020204" pitchFamily="34" charset="0"/>
              <a:buNone/>
            </a:pPr>
            <a:r>
              <a:rPr lang="en-US" b="1"/>
              <a:t>Personalized Exercise Suggestions</a:t>
            </a:r>
          </a:p>
          <a:p>
            <a:pPr marL="0" lvl="1" indent="0">
              <a:buFont typeface="Arial" panose="020B0604020202020204" pitchFamily="34" charset="0"/>
              <a:buNone/>
            </a:pPr>
            <a:r>
              <a:t>Exercise recommendations align with user fitness levels and preferences to boost adherence and results.</a:t>
            </a:r>
            <a:endParaRPr lang="en-US"/>
          </a:p>
          <a:p>
            <a:pPr marL="0" indent="0">
              <a:spcBef>
                <a:spcPts val="2500"/>
              </a:spcBef>
              <a:buFont typeface="Arial" panose="020B0604020202020204" pitchFamily="34" charset="0"/>
              <a:buNone/>
            </a:pPr>
            <a:r>
              <a:rPr lang="en-US" b="1"/>
              <a:t>Holistic Lifestyle Advice</a:t>
            </a:r>
          </a:p>
          <a:p>
            <a:pPr marL="0" lvl="1" indent="0">
              <a:buFont typeface="Arial" panose="020B0604020202020204" pitchFamily="34" charset="0"/>
              <a:buNone/>
            </a:pPr>
            <a:r>
              <a:t>Lifestyle tips focus on sleep, hydration, and stress management to support overall wellness.</a:t>
            </a:r>
            <a:endParaRPr lang="en-US"/>
          </a:p>
        </p:txBody>
      </p:sp>
    </p:spTree>
    <p:extLst>
      <p:ext uri="{BB962C8B-B14F-4D97-AF65-F5344CB8AC3E}">
        <p14:creationId xmlns:p14="http://schemas.microsoft.com/office/powerpoint/2010/main" val="98705924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9F95C-2A76-EFD8-35BF-3B01C0497E13}"/>
              </a:ext>
            </a:extLst>
          </p:cNvPr>
          <p:cNvSpPr>
            <a:spLocks noGrp="1"/>
          </p:cNvSpPr>
          <p:nvPr>
            <p:ph type="ctrTitle"/>
          </p:nvPr>
        </p:nvSpPr>
        <p:spPr>
          <a:xfrm>
            <a:off x="667512" y="1417671"/>
            <a:ext cx="7909560" cy="4906929"/>
          </a:xfrm>
        </p:spPr>
        <p:txBody>
          <a:bodyPr anchor="b">
            <a:normAutofit/>
          </a:bodyPr>
          <a:lstStyle/>
          <a:p>
            <a:r>
              <a:rPr lang="en-US"/>
              <a:t>Dashboards, Analytics, and Journey</a:t>
            </a:r>
          </a:p>
        </p:txBody>
      </p:sp>
      <p:sp>
        <p:nvSpPr>
          <p:cNvPr id="4" name="Slide Number Placeholder 3">
            <a:extLst>
              <a:ext uri="{FF2B5EF4-FFF2-40B4-BE49-F238E27FC236}">
                <a16:creationId xmlns:a16="http://schemas.microsoft.com/office/drawing/2014/main" id="{797C4095-CFBB-59A5-968B-F5CF8E070108}"/>
              </a:ext>
            </a:extLst>
          </p:cNvPr>
          <p:cNvSpPr>
            <a:spLocks noGrp="1"/>
          </p:cNvSpPr>
          <p:nvPr>
            <p:ph type="sldNum" sz="quarter" idx="4"/>
          </p:nvPr>
        </p:nvSpPr>
        <p:spPr>
          <a:xfrm>
            <a:off x="667512" y="187882"/>
            <a:ext cx="266609" cy="365125"/>
          </a:xfrm>
        </p:spPr>
        <p:txBody>
          <a:bodyPr anchor="ctr">
            <a:normAutofit/>
          </a:bodyPr>
          <a:lstStyle/>
          <a:p>
            <a:pPr>
              <a:spcAft>
                <a:spcPts val="600"/>
              </a:spcAft>
            </a:pPr>
            <a:fld id="{7ECAF3DD-865B-4F9E-8AEE-28157E83B0D8}" type="slidenum">
              <a:rPr lang="en-US" smtClean="0"/>
              <a:pPr>
                <a:spcAft>
                  <a:spcPts val="600"/>
                </a:spcAft>
              </a:pPr>
              <a:t>14</a:t>
            </a:fld>
            <a:endParaRPr lang="en-US"/>
          </a:p>
        </p:txBody>
      </p:sp>
      <p:sp>
        <p:nvSpPr>
          <p:cNvPr id="5" name="Footer Placeholder 4">
            <a:extLst>
              <a:ext uri="{FF2B5EF4-FFF2-40B4-BE49-F238E27FC236}">
                <a16:creationId xmlns:a16="http://schemas.microsoft.com/office/drawing/2014/main" id="{B9BB3126-81B2-BF4E-8CFA-5654600CE26D}"/>
              </a:ext>
            </a:extLst>
          </p:cNvPr>
          <p:cNvSpPr>
            <a:spLocks noGrp="1"/>
          </p:cNvSpPr>
          <p:nvPr>
            <p:ph type="ftr" sz="quarter" idx="15"/>
          </p:nvPr>
        </p:nvSpPr>
        <p:spPr>
          <a:xfrm>
            <a:off x="934122" y="181066"/>
            <a:ext cx="3144101" cy="365125"/>
          </a:xfrm>
        </p:spPr>
        <p:txBody>
          <a:bodyPr anchor="ctr">
            <a:normAutofit/>
          </a:bodyPr>
          <a:lstStyle/>
          <a:p>
            <a:pPr>
              <a:spcAft>
                <a:spcPts val="600"/>
              </a:spcAft>
            </a:pPr>
            <a:r>
              <a:rPr lang="en-US"/>
              <a:t>Presentation title</a:t>
            </a:r>
          </a:p>
        </p:txBody>
      </p:sp>
      <p:sp>
        <p:nvSpPr>
          <p:cNvPr id="6" name="Date Placeholder 5">
            <a:extLst>
              <a:ext uri="{FF2B5EF4-FFF2-40B4-BE49-F238E27FC236}">
                <a16:creationId xmlns:a16="http://schemas.microsoft.com/office/drawing/2014/main" id="{1CB73255-122B-AE71-4A1B-5992B6C24A5A}"/>
              </a:ext>
            </a:extLst>
          </p:cNvPr>
          <p:cNvSpPr>
            <a:spLocks noGrp="1"/>
          </p:cNvSpPr>
          <p:nvPr>
            <p:ph type="dt" sz="half" idx="2"/>
          </p:nvPr>
        </p:nvSpPr>
        <p:spPr>
          <a:xfrm>
            <a:off x="9337084" y="181004"/>
            <a:ext cx="2202644" cy="365125"/>
          </a:xfrm>
        </p:spPr>
        <p:txBody>
          <a:bodyPr anchor="ctr">
            <a:normAutofit/>
          </a:bodyPr>
          <a:lstStyle/>
          <a:p>
            <a:pPr>
              <a:spcAft>
                <a:spcPts val="600"/>
              </a:spcAft>
            </a:pPr>
            <a:fld id="{817601D0-08EE-4682-8251-778D57A7E59F}" type="datetime1">
              <a:rPr lang="en-US" smtClean="0"/>
              <a:pPr>
                <a:spcAft>
                  <a:spcPts val="600"/>
                </a:spcAft>
              </a:pPr>
              <a:t>3/12/2026</a:t>
            </a:fld>
            <a:endParaRPr lang="en-US"/>
          </a:p>
        </p:txBody>
      </p:sp>
    </p:spTree>
    <p:extLst>
      <p:ext uri="{BB962C8B-B14F-4D97-AF65-F5344CB8AC3E}">
        <p14:creationId xmlns:p14="http://schemas.microsoft.com/office/powerpoint/2010/main" val="215586792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1E94A-83B0-93C2-8A89-03D26FCF41EC}"/>
              </a:ext>
            </a:extLst>
          </p:cNvPr>
          <p:cNvSpPr>
            <a:spLocks noGrp="1"/>
          </p:cNvSpPr>
          <p:nvPr>
            <p:ph type="title"/>
          </p:nvPr>
        </p:nvSpPr>
        <p:spPr>
          <a:xfrm>
            <a:off x="667512" y="1260124"/>
            <a:ext cx="4654296" cy="1004010"/>
          </a:xfrm>
        </p:spPr>
        <p:txBody>
          <a:bodyPr anchor="t">
            <a:normAutofit/>
          </a:bodyPr>
          <a:lstStyle/>
          <a:p>
            <a:r>
              <a:rPr lang="en-US" sz="3400"/>
              <a:t>Progress Dashboards and Visual Analytics</a:t>
            </a:r>
          </a:p>
        </p:txBody>
      </p:sp>
      <p:sp>
        <p:nvSpPr>
          <p:cNvPr id="4" name="Slide Number Placeholder 3">
            <a:extLst>
              <a:ext uri="{FF2B5EF4-FFF2-40B4-BE49-F238E27FC236}">
                <a16:creationId xmlns:a16="http://schemas.microsoft.com/office/drawing/2014/main" id="{D17EB156-2309-D412-8732-B17A27A0AFFF}"/>
              </a:ext>
            </a:extLst>
          </p:cNvPr>
          <p:cNvSpPr>
            <a:spLocks noGrp="1"/>
          </p:cNvSpPr>
          <p:nvPr>
            <p:ph type="sldNum" sz="quarter" idx="4"/>
          </p:nvPr>
        </p:nvSpPr>
        <p:spPr>
          <a:xfrm>
            <a:off x="667512" y="187882"/>
            <a:ext cx="266609" cy="365125"/>
          </a:xfrm>
        </p:spPr>
        <p:txBody>
          <a:bodyPr anchor="ctr">
            <a:normAutofit/>
          </a:bodyPr>
          <a:lstStyle/>
          <a:p>
            <a:pPr>
              <a:spcAft>
                <a:spcPts val="600"/>
              </a:spcAft>
            </a:pPr>
            <a:fld id="{7ECAF3DD-865B-4F9E-8AEE-28157E83B0D8}" type="slidenum">
              <a:rPr lang="en-US" smtClean="0"/>
              <a:pPr>
                <a:spcAft>
                  <a:spcPts val="600"/>
                </a:spcAft>
              </a:pPr>
              <a:t>15</a:t>
            </a:fld>
            <a:endParaRPr lang="en-US"/>
          </a:p>
        </p:txBody>
      </p:sp>
      <p:sp>
        <p:nvSpPr>
          <p:cNvPr id="5" name="Footer Placeholder 4">
            <a:extLst>
              <a:ext uri="{FF2B5EF4-FFF2-40B4-BE49-F238E27FC236}">
                <a16:creationId xmlns:a16="http://schemas.microsoft.com/office/drawing/2014/main" id="{94969DAA-AB91-5733-F1D2-5DEDCC67028E}"/>
              </a:ext>
            </a:extLst>
          </p:cNvPr>
          <p:cNvSpPr>
            <a:spLocks noGrp="1"/>
          </p:cNvSpPr>
          <p:nvPr>
            <p:ph type="ftr" sz="quarter" idx="15"/>
          </p:nvPr>
        </p:nvSpPr>
        <p:spPr>
          <a:xfrm>
            <a:off x="934122" y="181066"/>
            <a:ext cx="3144101" cy="365125"/>
          </a:xfrm>
        </p:spPr>
        <p:txBody>
          <a:bodyPr anchor="ctr">
            <a:normAutofit/>
          </a:bodyPr>
          <a:lstStyle/>
          <a:p>
            <a:pPr>
              <a:spcAft>
                <a:spcPts val="600"/>
              </a:spcAft>
            </a:pPr>
            <a:r>
              <a:rPr lang="en-US"/>
              <a:t>Presentation title</a:t>
            </a:r>
          </a:p>
        </p:txBody>
      </p:sp>
      <p:sp>
        <p:nvSpPr>
          <p:cNvPr id="6" name="Date Placeholder 5">
            <a:extLst>
              <a:ext uri="{FF2B5EF4-FFF2-40B4-BE49-F238E27FC236}">
                <a16:creationId xmlns:a16="http://schemas.microsoft.com/office/drawing/2014/main" id="{0EAF3769-C8BC-9514-48ED-C471999EC34E}"/>
              </a:ext>
            </a:extLst>
          </p:cNvPr>
          <p:cNvSpPr>
            <a:spLocks noGrp="1"/>
          </p:cNvSpPr>
          <p:nvPr>
            <p:ph type="dt" sz="half" idx="2"/>
          </p:nvPr>
        </p:nvSpPr>
        <p:spPr>
          <a:xfrm>
            <a:off x="9337084" y="181004"/>
            <a:ext cx="2202644" cy="365125"/>
          </a:xfrm>
        </p:spPr>
        <p:txBody>
          <a:bodyPr anchor="ctr">
            <a:normAutofit/>
          </a:bodyPr>
          <a:lstStyle/>
          <a:p>
            <a:pPr>
              <a:spcAft>
                <a:spcPts val="600"/>
              </a:spcAft>
            </a:pPr>
            <a:fld id="{DEE4FD85-5D6D-4FA4-A373-26EC0F227592}" type="datetime1">
              <a:rPr lang="en-US" smtClean="0"/>
              <a:pPr>
                <a:spcAft>
                  <a:spcPts val="600"/>
                </a:spcAft>
              </a:pPr>
              <a:t>3/12/2026</a:t>
            </a:fld>
            <a:endParaRPr lang="en-US"/>
          </a:p>
        </p:txBody>
      </p:sp>
      <p:pic>
        <p:nvPicPr>
          <p:cNvPr id="8" name="Content Placeholder 7" descr="A computer futuristic digital program hud interface with a personal control system over a network, in which the computer uses the interface to interact with the user.">
            <a:extLst>
              <a:ext uri="{FF2B5EF4-FFF2-40B4-BE49-F238E27FC236}">
                <a16:creationId xmlns:a16="http://schemas.microsoft.com/office/drawing/2014/main" id="{E7E797F6-1542-4E99-858C-D48B2F4C0A93}"/>
              </a:ext>
            </a:extLst>
          </p:cNvPr>
          <p:cNvPicPr>
            <a:picLocks noGrp="1" noChangeAspect="1"/>
          </p:cNvPicPr>
          <p:nvPr>
            <p:ph type="pic" sz="quarter" idx="13"/>
          </p:nvPr>
        </p:nvPicPr>
        <p:blipFill>
          <a:blip r:embed="rId3"/>
          <a:srcRect l="13661" r="19913"/>
          <a:stretch>
            <a:fillRect/>
          </a:stretch>
        </p:blipFill>
        <p:spPr>
          <a:xfrm>
            <a:off x="667512" y="2584094"/>
            <a:ext cx="4654296" cy="3696086"/>
          </a:xfrm>
        </p:spPr>
      </p:pic>
      <p:sp>
        <p:nvSpPr>
          <p:cNvPr id="3" name="Content Placeholder 2">
            <a:extLst>
              <a:ext uri="{FF2B5EF4-FFF2-40B4-BE49-F238E27FC236}">
                <a16:creationId xmlns:a16="http://schemas.microsoft.com/office/drawing/2014/main" id="{06C6BD25-C3D7-E1BF-94AE-477EED0E6CD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41849" y="1260123"/>
            <a:ext cx="5882639" cy="5020056"/>
          </a:xfrm>
        </p:spPr>
        <p:txBody>
          <a:bodyPr>
            <a:normAutofit/>
          </a:bodyPr>
          <a:lstStyle/>
          <a:p>
            <a:pPr marL="0" indent="0">
              <a:spcBef>
                <a:spcPts val="2500"/>
              </a:spcBef>
              <a:buFont typeface="Arial" panose="020B0604020202020204" pitchFamily="34" charset="0"/>
              <a:buNone/>
            </a:pPr>
            <a:r>
              <a:rPr lang="en-US" b="1"/>
              <a:t>Health Monitoring Interface</a:t>
            </a:r>
          </a:p>
          <a:p>
            <a:pPr marL="0" lvl="1" indent="0">
              <a:buFont typeface="Arial" panose="020B0604020202020204" pitchFamily="34" charset="0"/>
              <a:buNone/>
            </a:pPr>
            <a:r>
              <a:t>The dashboard displays weekly and monthly trend charts to help users track and understand their health progress over time.</a:t>
            </a:r>
            <a:endParaRPr lang="en-US"/>
          </a:p>
          <a:p>
            <a:pPr marL="0" indent="0">
              <a:spcBef>
                <a:spcPts val="2500"/>
              </a:spcBef>
              <a:buFont typeface="Arial" panose="020B0604020202020204" pitchFamily="34" charset="0"/>
              <a:buNone/>
            </a:pPr>
            <a:r>
              <a:rPr lang="en-US" b="1"/>
              <a:t>Goal Visualization</a:t>
            </a:r>
          </a:p>
          <a:p>
            <a:pPr marL="0" lvl="1" indent="0">
              <a:buFont typeface="Arial" panose="020B0604020202020204" pitchFamily="34" charset="0"/>
              <a:buNone/>
            </a:pPr>
            <a:r>
              <a:t>Goal achievements are highlighted using progress bars, enhancing user motivation and clarity of progress.</a:t>
            </a:r>
            <a:endParaRPr lang="en-US"/>
          </a:p>
          <a:p>
            <a:pPr marL="0" indent="0">
              <a:spcBef>
                <a:spcPts val="2500"/>
              </a:spcBef>
              <a:buFont typeface="Arial" panose="020B0604020202020204" pitchFamily="34" charset="0"/>
              <a:buNone/>
            </a:pPr>
            <a:r>
              <a:rPr lang="en-US" b="1"/>
              <a:t>Behavioral Reinforcement</a:t>
            </a:r>
          </a:p>
          <a:p>
            <a:pPr marL="0" lvl="1" indent="0">
              <a:buFont typeface="Arial" panose="020B0604020202020204" pitchFamily="34" charset="0"/>
              <a:buNone/>
            </a:pPr>
            <a:r>
              <a:t>Before-and-after comparisons and milestone indicators provide emotional resonance to reinforce positive behavior change.</a:t>
            </a:r>
            <a:endParaRPr lang="en-US"/>
          </a:p>
          <a:p>
            <a:pPr marL="0" indent="0">
              <a:spcBef>
                <a:spcPts val="2500"/>
              </a:spcBef>
              <a:buFont typeface="Arial" panose="020B0604020202020204" pitchFamily="34" charset="0"/>
              <a:buNone/>
            </a:pPr>
            <a:r>
              <a:rPr lang="en-US" b="1"/>
              <a:t>Clean Professional Design</a:t>
            </a:r>
          </a:p>
          <a:p>
            <a:pPr marL="0" lvl="1" indent="0">
              <a:buFont typeface="Arial" panose="020B0604020202020204" pitchFamily="34" charset="0"/>
              <a:buNone/>
            </a:pPr>
            <a:r>
              <a:t>The dashboard uses a green and blue healthcare palette, ensuring a clean, professional, and user-friendly consulting aesthetic.</a:t>
            </a:r>
            <a:endParaRPr lang="en-US"/>
          </a:p>
        </p:txBody>
      </p:sp>
    </p:spTree>
    <p:extLst>
      <p:ext uri="{BB962C8B-B14F-4D97-AF65-F5344CB8AC3E}">
        <p14:creationId xmlns:p14="http://schemas.microsoft.com/office/powerpoint/2010/main" val="123550410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632BB-197B-528B-2F35-23282FA5A440}"/>
              </a:ext>
            </a:extLst>
          </p:cNvPr>
          <p:cNvSpPr>
            <a:spLocks noGrp="1"/>
          </p:cNvSpPr>
          <p:nvPr>
            <p:ph type="title"/>
          </p:nvPr>
        </p:nvSpPr>
        <p:spPr>
          <a:xfrm>
            <a:off x="667512" y="1260124"/>
            <a:ext cx="4654296" cy="1004010"/>
          </a:xfrm>
        </p:spPr>
        <p:txBody>
          <a:bodyPr anchor="t">
            <a:normAutofit/>
          </a:bodyPr>
          <a:lstStyle/>
          <a:p>
            <a:r>
              <a:rPr lang="en-US" sz="3700"/>
              <a:t>BMI and Health Metric Dashboards</a:t>
            </a:r>
          </a:p>
        </p:txBody>
      </p:sp>
      <p:sp>
        <p:nvSpPr>
          <p:cNvPr id="4" name="Slide Number Placeholder 3">
            <a:extLst>
              <a:ext uri="{FF2B5EF4-FFF2-40B4-BE49-F238E27FC236}">
                <a16:creationId xmlns:a16="http://schemas.microsoft.com/office/drawing/2014/main" id="{A5653164-3765-07CD-5D5D-841E511574C3}"/>
              </a:ext>
            </a:extLst>
          </p:cNvPr>
          <p:cNvSpPr>
            <a:spLocks noGrp="1"/>
          </p:cNvSpPr>
          <p:nvPr>
            <p:ph type="sldNum" sz="quarter" idx="4"/>
          </p:nvPr>
        </p:nvSpPr>
        <p:spPr>
          <a:xfrm>
            <a:off x="667512" y="187882"/>
            <a:ext cx="266609" cy="365125"/>
          </a:xfrm>
        </p:spPr>
        <p:txBody>
          <a:bodyPr anchor="ctr">
            <a:normAutofit/>
          </a:bodyPr>
          <a:lstStyle/>
          <a:p>
            <a:pPr>
              <a:spcAft>
                <a:spcPts val="600"/>
              </a:spcAft>
            </a:pPr>
            <a:fld id="{7ECAF3DD-865B-4F9E-8AEE-28157E83B0D8}" type="slidenum">
              <a:rPr lang="en-US" smtClean="0"/>
              <a:pPr>
                <a:spcAft>
                  <a:spcPts val="600"/>
                </a:spcAft>
              </a:pPr>
              <a:t>16</a:t>
            </a:fld>
            <a:endParaRPr lang="en-US"/>
          </a:p>
        </p:txBody>
      </p:sp>
      <p:sp>
        <p:nvSpPr>
          <p:cNvPr id="5" name="Footer Placeholder 4">
            <a:extLst>
              <a:ext uri="{FF2B5EF4-FFF2-40B4-BE49-F238E27FC236}">
                <a16:creationId xmlns:a16="http://schemas.microsoft.com/office/drawing/2014/main" id="{D661CA80-0E9A-5962-AD12-7BFA692392E6}"/>
              </a:ext>
            </a:extLst>
          </p:cNvPr>
          <p:cNvSpPr>
            <a:spLocks noGrp="1"/>
          </p:cNvSpPr>
          <p:nvPr>
            <p:ph type="ftr" sz="quarter" idx="15"/>
          </p:nvPr>
        </p:nvSpPr>
        <p:spPr>
          <a:xfrm>
            <a:off x="934122" y="181066"/>
            <a:ext cx="3144101" cy="365125"/>
          </a:xfrm>
        </p:spPr>
        <p:txBody>
          <a:bodyPr anchor="ctr">
            <a:normAutofit/>
          </a:bodyPr>
          <a:lstStyle/>
          <a:p>
            <a:pPr>
              <a:spcAft>
                <a:spcPts val="600"/>
              </a:spcAft>
            </a:pPr>
            <a:r>
              <a:rPr lang="en-US"/>
              <a:t>Presentation title</a:t>
            </a:r>
          </a:p>
        </p:txBody>
      </p:sp>
      <p:sp>
        <p:nvSpPr>
          <p:cNvPr id="6" name="Date Placeholder 5">
            <a:extLst>
              <a:ext uri="{FF2B5EF4-FFF2-40B4-BE49-F238E27FC236}">
                <a16:creationId xmlns:a16="http://schemas.microsoft.com/office/drawing/2014/main" id="{63D451AD-6ABF-5552-DEA3-57B6DCC02184}"/>
              </a:ext>
            </a:extLst>
          </p:cNvPr>
          <p:cNvSpPr>
            <a:spLocks noGrp="1"/>
          </p:cNvSpPr>
          <p:nvPr>
            <p:ph type="dt" sz="half" idx="2"/>
          </p:nvPr>
        </p:nvSpPr>
        <p:spPr>
          <a:xfrm>
            <a:off x="9337084" y="181004"/>
            <a:ext cx="2202644" cy="365125"/>
          </a:xfrm>
        </p:spPr>
        <p:txBody>
          <a:bodyPr anchor="ctr">
            <a:normAutofit/>
          </a:bodyPr>
          <a:lstStyle/>
          <a:p>
            <a:pPr>
              <a:spcAft>
                <a:spcPts val="600"/>
              </a:spcAft>
            </a:pPr>
            <a:fld id="{DEE4FD85-5D6D-4FA4-A373-26EC0F227592}" type="datetime1">
              <a:rPr lang="en-US" smtClean="0"/>
              <a:pPr>
                <a:spcAft>
                  <a:spcPts val="600"/>
                </a:spcAft>
              </a:pPr>
              <a:t>3/12/2026</a:t>
            </a:fld>
            <a:endParaRPr lang="en-US"/>
          </a:p>
        </p:txBody>
      </p:sp>
      <p:pic>
        <p:nvPicPr>
          <p:cNvPr id="8" name="Content Placeholder 7" descr="Man checking stock market data exchange rates on a mobile phone">
            <a:extLst>
              <a:ext uri="{FF2B5EF4-FFF2-40B4-BE49-F238E27FC236}">
                <a16:creationId xmlns:a16="http://schemas.microsoft.com/office/drawing/2014/main" id="{0928547D-0981-4C91-B0A4-AEBC9A69E43C}"/>
              </a:ext>
            </a:extLst>
          </p:cNvPr>
          <p:cNvPicPr>
            <a:picLocks noGrp="1" noChangeAspect="1"/>
          </p:cNvPicPr>
          <p:nvPr>
            <p:ph type="pic" sz="quarter" idx="13"/>
          </p:nvPr>
        </p:nvPicPr>
        <p:blipFill>
          <a:blip r:embed="rId3"/>
          <a:srcRect l="944" r="28223"/>
          <a:stretch>
            <a:fillRect/>
          </a:stretch>
        </p:blipFill>
        <p:spPr>
          <a:xfrm>
            <a:off x="667512" y="2584094"/>
            <a:ext cx="4654296" cy="3696086"/>
          </a:xfrm>
        </p:spPr>
      </p:pic>
      <p:sp>
        <p:nvSpPr>
          <p:cNvPr id="3" name="Content Placeholder 2">
            <a:extLst>
              <a:ext uri="{FF2B5EF4-FFF2-40B4-BE49-F238E27FC236}">
                <a16:creationId xmlns:a16="http://schemas.microsoft.com/office/drawing/2014/main" id="{C6B187DF-8C51-E2A5-0746-4158A74F10D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41849" y="1260123"/>
            <a:ext cx="5882639" cy="5020056"/>
          </a:xfrm>
        </p:spPr>
        <p:txBody>
          <a:bodyPr>
            <a:normAutofit/>
          </a:bodyPr>
          <a:lstStyle/>
          <a:p>
            <a:pPr marL="0" indent="0">
              <a:spcBef>
                <a:spcPts val="2500"/>
              </a:spcBef>
              <a:buFont typeface="Arial" panose="020B0604020202020204" pitchFamily="34" charset="0"/>
              <a:buNone/>
            </a:pPr>
            <a:r>
              <a:rPr lang="en-US" b="1"/>
              <a:t>BMI Visualization</a:t>
            </a:r>
          </a:p>
          <a:p>
            <a:pPr marL="0" lvl="1" indent="0">
              <a:buFont typeface="Arial" panose="020B0604020202020204" pitchFamily="34" charset="0"/>
              <a:buNone/>
            </a:pPr>
            <a:r>
              <a:t>The BMI dashboard categorizes users into health ranges with clear color coding and labels for easy understanding.</a:t>
            </a:r>
            <a:endParaRPr lang="en-US"/>
          </a:p>
          <a:p>
            <a:pPr marL="0" indent="0">
              <a:spcBef>
                <a:spcPts val="2500"/>
              </a:spcBef>
              <a:buFont typeface="Arial" panose="020B0604020202020204" pitchFamily="34" charset="0"/>
              <a:buNone/>
            </a:pPr>
            <a:r>
              <a:rPr lang="en-US" b="1"/>
              <a:t>Trend Monitoring</a:t>
            </a:r>
          </a:p>
          <a:p>
            <a:pPr marL="0" lvl="1" indent="0">
              <a:buFont typeface="Arial" panose="020B0604020202020204" pitchFamily="34" charset="0"/>
              <a:buNone/>
            </a:pPr>
            <a:r>
              <a:t>BMI trends over time highlight lifestyle impacts and progress toward health goals.</a:t>
            </a:r>
            <a:endParaRPr lang="en-US"/>
          </a:p>
          <a:p>
            <a:pPr marL="0" indent="0">
              <a:spcBef>
                <a:spcPts val="2500"/>
              </a:spcBef>
              <a:buFont typeface="Arial" panose="020B0604020202020204" pitchFamily="34" charset="0"/>
              <a:buNone/>
            </a:pPr>
            <a:r>
              <a:rPr lang="en-US" b="1"/>
              <a:t>Consistent Metrics Design</a:t>
            </a:r>
          </a:p>
          <a:p>
            <a:pPr marL="0" lvl="1" indent="0">
              <a:buFont typeface="Arial" panose="020B0604020202020204" pitchFamily="34" charset="0"/>
              <a:buNone/>
            </a:pPr>
            <a:r>
              <a:t>Other metrics like heart rate and body measurements follow similar visual styles for consistency.</a:t>
            </a:r>
            <a:endParaRPr lang="en-US"/>
          </a:p>
          <a:p>
            <a:pPr marL="0" indent="0">
              <a:spcBef>
                <a:spcPts val="2500"/>
              </a:spcBef>
              <a:buFont typeface="Arial" panose="020B0604020202020204" pitchFamily="34" charset="0"/>
              <a:buNone/>
            </a:pPr>
            <a:r>
              <a:rPr lang="en-US" b="1"/>
              <a:t>Executive Presentation Ready</a:t>
            </a:r>
          </a:p>
          <a:p>
            <a:pPr marL="0" lvl="1" indent="0">
              <a:buFont typeface="Arial" panose="020B0604020202020204" pitchFamily="34" charset="0"/>
              <a:buNone/>
            </a:pPr>
            <a:r>
              <a:t>Dashboards are designed for clarity and executive readability, supporting consulting-style presentations.</a:t>
            </a:r>
            <a:endParaRPr lang="en-US"/>
          </a:p>
        </p:txBody>
      </p:sp>
    </p:spTree>
    <p:extLst>
      <p:ext uri="{BB962C8B-B14F-4D97-AF65-F5344CB8AC3E}">
        <p14:creationId xmlns:p14="http://schemas.microsoft.com/office/powerpoint/2010/main" val="338261043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FE55B-7843-0F69-B014-4D397F40AB01}"/>
              </a:ext>
            </a:extLst>
          </p:cNvPr>
          <p:cNvSpPr>
            <a:spLocks noGrp="1"/>
          </p:cNvSpPr>
          <p:nvPr>
            <p:ph type="title"/>
          </p:nvPr>
        </p:nvSpPr>
        <p:spPr>
          <a:xfrm>
            <a:off x="667512" y="1260124"/>
            <a:ext cx="4654296" cy="1004010"/>
          </a:xfrm>
        </p:spPr>
        <p:txBody>
          <a:bodyPr anchor="t">
            <a:normAutofit/>
          </a:bodyPr>
          <a:lstStyle/>
          <a:p>
            <a:r>
              <a:rPr lang="en-US" sz="3700"/>
              <a:t>End-to-End User Journey Flow</a:t>
            </a:r>
          </a:p>
        </p:txBody>
      </p:sp>
      <p:sp>
        <p:nvSpPr>
          <p:cNvPr id="4" name="Slide Number Placeholder 3">
            <a:extLst>
              <a:ext uri="{FF2B5EF4-FFF2-40B4-BE49-F238E27FC236}">
                <a16:creationId xmlns:a16="http://schemas.microsoft.com/office/drawing/2014/main" id="{3E1C2894-DB8F-DB80-EA47-66C684AA5DF1}"/>
              </a:ext>
            </a:extLst>
          </p:cNvPr>
          <p:cNvSpPr>
            <a:spLocks noGrp="1"/>
          </p:cNvSpPr>
          <p:nvPr>
            <p:ph type="sldNum" sz="quarter" idx="4"/>
          </p:nvPr>
        </p:nvSpPr>
        <p:spPr>
          <a:xfrm>
            <a:off x="667512" y="187882"/>
            <a:ext cx="266609" cy="365125"/>
          </a:xfrm>
        </p:spPr>
        <p:txBody>
          <a:bodyPr anchor="ctr">
            <a:normAutofit/>
          </a:bodyPr>
          <a:lstStyle/>
          <a:p>
            <a:pPr>
              <a:spcAft>
                <a:spcPts val="600"/>
              </a:spcAft>
            </a:pPr>
            <a:fld id="{7ECAF3DD-865B-4F9E-8AEE-28157E83B0D8}" type="slidenum">
              <a:rPr lang="en-US" smtClean="0"/>
              <a:pPr>
                <a:spcAft>
                  <a:spcPts val="600"/>
                </a:spcAft>
              </a:pPr>
              <a:t>17</a:t>
            </a:fld>
            <a:endParaRPr lang="en-US"/>
          </a:p>
        </p:txBody>
      </p:sp>
      <p:sp>
        <p:nvSpPr>
          <p:cNvPr id="5" name="Footer Placeholder 4">
            <a:extLst>
              <a:ext uri="{FF2B5EF4-FFF2-40B4-BE49-F238E27FC236}">
                <a16:creationId xmlns:a16="http://schemas.microsoft.com/office/drawing/2014/main" id="{5AFAF36A-E3DA-B023-E890-9CE2ECAFC2E2}"/>
              </a:ext>
            </a:extLst>
          </p:cNvPr>
          <p:cNvSpPr>
            <a:spLocks noGrp="1"/>
          </p:cNvSpPr>
          <p:nvPr>
            <p:ph type="ftr" sz="quarter" idx="15"/>
          </p:nvPr>
        </p:nvSpPr>
        <p:spPr>
          <a:xfrm>
            <a:off x="934122" y="181066"/>
            <a:ext cx="3144101" cy="365125"/>
          </a:xfrm>
        </p:spPr>
        <p:txBody>
          <a:bodyPr anchor="ctr">
            <a:normAutofit/>
          </a:bodyPr>
          <a:lstStyle/>
          <a:p>
            <a:pPr>
              <a:spcAft>
                <a:spcPts val="600"/>
              </a:spcAft>
            </a:pPr>
            <a:r>
              <a:rPr lang="en-US"/>
              <a:t>Presentation title</a:t>
            </a:r>
          </a:p>
        </p:txBody>
      </p:sp>
      <p:sp>
        <p:nvSpPr>
          <p:cNvPr id="6" name="Date Placeholder 5">
            <a:extLst>
              <a:ext uri="{FF2B5EF4-FFF2-40B4-BE49-F238E27FC236}">
                <a16:creationId xmlns:a16="http://schemas.microsoft.com/office/drawing/2014/main" id="{FDC12D71-AA23-CB65-399D-2C1F8462F71E}"/>
              </a:ext>
            </a:extLst>
          </p:cNvPr>
          <p:cNvSpPr>
            <a:spLocks noGrp="1"/>
          </p:cNvSpPr>
          <p:nvPr>
            <p:ph type="dt" sz="half" idx="2"/>
          </p:nvPr>
        </p:nvSpPr>
        <p:spPr>
          <a:xfrm>
            <a:off x="9337084" y="181004"/>
            <a:ext cx="2202644" cy="365125"/>
          </a:xfrm>
        </p:spPr>
        <p:txBody>
          <a:bodyPr anchor="ctr">
            <a:normAutofit/>
          </a:bodyPr>
          <a:lstStyle/>
          <a:p>
            <a:pPr>
              <a:spcAft>
                <a:spcPts val="600"/>
              </a:spcAft>
            </a:pPr>
            <a:fld id="{DEE4FD85-5D6D-4FA4-A373-26EC0F227592}" type="datetime1">
              <a:rPr lang="en-US" smtClean="0"/>
              <a:pPr>
                <a:spcAft>
                  <a:spcPts val="600"/>
                </a:spcAft>
              </a:pPr>
              <a:t>3/12/2026</a:t>
            </a:fld>
            <a:endParaRPr lang="en-US"/>
          </a:p>
        </p:txBody>
      </p:sp>
      <p:pic>
        <p:nvPicPr>
          <p:cNvPr id="8" name="Content Placeholder 7" descr="Male hand holding phone, online learning app on phone screen">
            <a:extLst>
              <a:ext uri="{FF2B5EF4-FFF2-40B4-BE49-F238E27FC236}">
                <a16:creationId xmlns:a16="http://schemas.microsoft.com/office/drawing/2014/main" id="{C35334CB-4A7C-4EFC-984E-71605E513177}"/>
              </a:ext>
            </a:extLst>
          </p:cNvPr>
          <p:cNvPicPr>
            <a:picLocks noGrp="1" noChangeAspect="1"/>
          </p:cNvPicPr>
          <p:nvPr>
            <p:ph type="pic" sz="quarter" idx="13"/>
          </p:nvPr>
        </p:nvPicPr>
        <p:blipFill>
          <a:blip r:embed="rId3"/>
          <a:srcRect l="10592" r="5353"/>
          <a:stretch>
            <a:fillRect/>
          </a:stretch>
        </p:blipFill>
        <p:spPr>
          <a:xfrm>
            <a:off x="667512" y="2584094"/>
            <a:ext cx="4654296" cy="3696086"/>
          </a:xfrm>
        </p:spPr>
      </p:pic>
      <p:sp>
        <p:nvSpPr>
          <p:cNvPr id="3" name="Content Placeholder 2">
            <a:extLst>
              <a:ext uri="{FF2B5EF4-FFF2-40B4-BE49-F238E27FC236}">
                <a16:creationId xmlns:a16="http://schemas.microsoft.com/office/drawing/2014/main" id="{E938F2A3-8E63-6B42-18E0-EB676124516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41849" y="1260123"/>
            <a:ext cx="5882639" cy="5020056"/>
          </a:xfrm>
        </p:spPr>
        <p:txBody>
          <a:bodyPr>
            <a:normAutofit/>
          </a:bodyPr>
          <a:lstStyle/>
          <a:p>
            <a:pPr marL="0" indent="0">
              <a:spcBef>
                <a:spcPts val="2500"/>
              </a:spcBef>
              <a:buFont typeface="Arial" panose="020B0604020202020204" pitchFamily="34" charset="0"/>
              <a:buNone/>
            </a:pPr>
            <a:r>
              <a:rPr lang="en-US" b="1"/>
              <a:t>User Onboarding</a:t>
            </a:r>
          </a:p>
          <a:p>
            <a:pPr marL="0" lvl="1" indent="0">
              <a:buFont typeface="Arial" panose="020B0604020202020204" pitchFamily="34" charset="0"/>
              <a:buNone/>
            </a:pPr>
            <a:r>
              <a:t>Users start by signing up and creating a basic profile to begin their health journey with the platform.</a:t>
            </a:r>
            <a:endParaRPr lang="en-US"/>
          </a:p>
          <a:p>
            <a:pPr marL="0" indent="0">
              <a:spcBef>
                <a:spcPts val="2500"/>
              </a:spcBef>
              <a:buFont typeface="Arial" panose="020B0604020202020204" pitchFamily="34" charset="0"/>
              <a:buNone/>
            </a:pPr>
            <a:r>
              <a:rPr lang="en-US" b="1"/>
              <a:t>Health Assessment</a:t>
            </a:r>
          </a:p>
          <a:p>
            <a:pPr marL="0" lvl="1" indent="0">
              <a:buFont typeface="Arial" panose="020B0604020202020204" pitchFamily="34" charset="0"/>
              <a:buNone/>
            </a:pPr>
            <a:r>
              <a:t>Users complete a comprehensive health assessment to receive instant, valuable results that build trust and engagement.</a:t>
            </a:r>
            <a:endParaRPr lang="en-US"/>
          </a:p>
          <a:p>
            <a:pPr marL="0" indent="0">
              <a:spcBef>
                <a:spcPts val="2500"/>
              </a:spcBef>
              <a:buFont typeface="Arial" panose="020B0604020202020204" pitchFamily="34" charset="0"/>
              <a:buNone/>
            </a:pPr>
            <a:r>
              <a:rPr lang="en-US" b="1"/>
              <a:t>Goal Setting and Progress</a:t>
            </a:r>
          </a:p>
          <a:p>
            <a:pPr marL="0" lvl="1" indent="0">
              <a:buFont typeface="Arial" panose="020B0604020202020204" pitchFamily="34" charset="0"/>
              <a:buNone/>
            </a:pPr>
            <a:r>
              <a:t>Users set specific health goals and track their progress through weekly check-ins and dashboards.</a:t>
            </a:r>
            <a:endParaRPr lang="en-US"/>
          </a:p>
          <a:p>
            <a:pPr marL="0" indent="0">
              <a:spcBef>
                <a:spcPts val="2500"/>
              </a:spcBef>
              <a:buFont typeface="Arial" panose="020B0604020202020204" pitchFamily="34" charset="0"/>
              <a:buNone/>
            </a:pPr>
            <a:r>
              <a:rPr lang="en-US" b="1"/>
              <a:t>Alerts and Insights</a:t>
            </a:r>
          </a:p>
          <a:p>
            <a:pPr marL="0" lvl="1" indent="0">
              <a:buFont typeface="Arial" panose="020B0604020202020204" pitchFamily="34" charset="0"/>
              <a:buNone/>
            </a:pPr>
            <a:r>
              <a:t>Alerts and insights notify users of improvements or concerns, prompting timely health actions and habit reinforcement.</a:t>
            </a:r>
            <a:endParaRPr lang="en-US"/>
          </a:p>
        </p:txBody>
      </p:sp>
    </p:spTree>
    <p:extLst>
      <p:ext uri="{BB962C8B-B14F-4D97-AF65-F5344CB8AC3E}">
        <p14:creationId xmlns:p14="http://schemas.microsoft.com/office/powerpoint/2010/main" val="53919878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BDF22-EF8B-DCC8-2667-95456314B324}"/>
              </a:ext>
            </a:extLst>
          </p:cNvPr>
          <p:cNvSpPr>
            <a:spLocks noGrp="1"/>
          </p:cNvSpPr>
          <p:nvPr>
            <p:ph type="ctrTitle"/>
          </p:nvPr>
        </p:nvSpPr>
        <p:spPr>
          <a:xfrm>
            <a:off x="667512" y="1417671"/>
            <a:ext cx="7909560" cy="4906929"/>
          </a:xfrm>
        </p:spPr>
        <p:txBody>
          <a:bodyPr anchor="b">
            <a:normAutofit/>
          </a:bodyPr>
          <a:lstStyle/>
          <a:p>
            <a:r>
              <a:rPr lang="en-US"/>
              <a:t>Delivery, Governance, and Outcomes</a:t>
            </a:r>
          </a:p>
        </p:txBody>
      </p:sp>
      <p:sp>
        <p:nvSpPr>
          <p:cNvPr id="4" name="Slide Number Placeholder 3">
            <a:extLst>
              <a:ext uri="{FF2B5EF4-FFF2-40B4-BE49-F238E27FC236}">
                <a16:creationId xmlns:a16="http://schemas.microsoft.com/office/drawing/2014/main" id="{EFBEF92E-FC62-4E86-1DFD-0D9EBD67D67A}"/>
              </a:ext>
            </a:extLst>
          </p:cNvPr>
          <p:cNvSpPr>
            <a:spLocks noGrp="1"/>
          </p:cNvSpPr>
          <p:nvPr>
            <p:ph type="sldNum" sz="quarter" idx="4"/>
          </p:nvPr>
        </p:nvSpPr>
        <p:spPr>
          <a:xfrm>
            <a:off x="667512" y="187882"/>
            <a:ext cx="266609" cy="365125"/>
          </a:xfrm>
        </p:spPr>
        <p:txBody>
          <a:bodyPr anchor="ctr">
            <a:normAutofit/>
          </a:bodyPr>
          <a:lstStyle/>
          <a:p>
            <a:pPr>
              <a:spcAft>
                <a:spcPts val="600"/>
              </a:spcAft>
            </a:pPr>
            <a:fld id="{7ECAF3DD-865B-4F9E-8AEE-28157E83B0D8}" type="slidenum">
              <a:rPr lang="en-US" smtClean="0"/>
              <a:pPr>
                <a:spcAft>
                  <a:spcPts val="600"/>
                </a:spcAft>
              </a:pPr>
              <a:t>18</a:t>
            </a:fld>
            <a:endParaRPr lang="en-US"/>
          </a:p>
        </p:txBody>
      </p:sp>
      <p:sp>
        <p:nvSpPr>
          <p:cNvPr id="5" name="Footer Placeholder 4">
            <a:extLst>
              <a:ext uri="{FF2B5EF4-FFF2-40B4-BE49-F238E27FC236}">
                <a16:creationId xmlns:a16="http://schemas.microsoft.com/office/drawing/2014/main" id="{E0DE4BF0-C467-5328-0E1C-30B3D284AA6C}"/>
              </a:ext>
            </a:extLst>
          </p:cNvPr>
          <p:cNvSpPr>
            <a:spLocks noGrp="1"/>
          </p:cNvSpPr>
          <p:nvPr>
            <p:ph type="ftr" sz="quarter" idx="15"/>
          </p:nvPr>
        </p:nvSpPr>
        <p:spPr>
          <a:xfrm>
            <a:off x="934122" y="181066"/>
            <a:ext cx="3144101" cy="365125"/>
          </a:xfrm>
        </p:spPr>
        <p:txBody>
          <a:bodyPr anchor="ctr">
            <a:normAutofit/>
          </a:bodyPr>
          <a:lstStyle/>
          <a:p>
            <a:pPr>
              <a:spcAft>
                <a:spcPts val="600"/>
              </a:spcAft>
            </a:pPr>
            <a:r>
              <a:rPr lang="en-US"/>
              <a:t>Presentation title</a:t>
            </a:r>
          </a:p>
        </p:txBody>
      </p:sp>
      <p:sp>
        <p:nvSpPr>
          <p:cNvPr id="6" name="Date Placeholder 5">
            <a:extLst>
              <a:ext uri="{FF2B5EF4-FFF2-40B4-BE49-F238E27FC236}">
                <a16:creationId xmlns:a16="http://schemas.microsoft.com/office/drawing/2014/main" id="{56B71636-11B8-673C-B63F-B21C5D50AE71}"/>
              </a:ext>
            </a:extLst>
          </p:cNvPr>
          <p:cNvSpPr>
            <a:spLocks noGrp="1"/>
          </p:cNvSpPr>
          <p:nvPr>
            <p:ph type="dt" sz="half" idx="2"/>
          </p:nvPr>
        </p:nvSpPr>
        <p:spPr>
          <a:xfrm>
            <a:off x="9337084" y="181004"/>
            <a:ext cx="2202644" cy="365125"/>
          </a:xfrm>
        </p:spPr>
        <p:txBody>
          <a:bodyPr anchor="ctr">
            <a:normAutofit/>
          </a:bodyPr>
          <a:lstStyle/>
          <a:p>
            <a:pPr>
              <a:spcAft>
                <a:spcPts val="600"/>
              </a:spcAft>
            </a:pPr>
            <a:fld id="{817601D0-08EE-4682-8251-778D57A7E59F}" type="datetime1">
              <a:rPr lang="en-US" smtClean="0"/>
              <a:pPr>
                <a:spcAft>
                  <a:spcPts val="600"/>
                </a:spcAft>
              </a:pPr>
              <a:t>3/12/2026</a:t>
            </a:fld>
            <a:endParaRPr lang="en-US"/>
          </a:p>
        </p:txBody>
      </p:sp>
    </p:spTree>
    <p:extLst>
      <p:ext uri="{BB962C8B-B14F-4D97-AF65-F5344CB8AC3E}">
        <p14:creationId xmlns:p14="http://schemas.microsoft.com/office/powerpoint/2010/main" val="41306604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E8144-B9E9-1B25-16E1-0825C6CF8407}"/>
              </a:ext>
            </a:extLst>
          </p:cNvPr>
          <p:cNvSpPr>
            <a:spLocks noGrp="1"/>
          </p:cNvSpPr>
          <p:nvPr>
            <p:ph type="title"/>
          </p:nvPr>
        </p:nvSpPr>
        <p:spPr>
          <a:xfrm>
            <a:off x="667512" y="1260124"/>
            <a:ext cx="4654296" cy="1004010"/>
          </a:xfrm>
        </p:spPr>
        <p:txBody>
          <a:bodyPr anchor="t">
            <a:normAutofit/>
          </a:bodyPr>
          <a:lstStyle/>
          <a:p>
            <a:r>
              <a:rPr lang="en-US" sz="2500"/>
              <a:t>Non-Functional Requirements and Quality Standards</a:t>
            </a:r>
          </a:p>
        </p:txBody>
      </p:sp>
      <p:sp>
        <p:nvSpPr>
          <p:cNvPr id="4" name="Slide Number Placeholder 3">
            <a:extLst>
              <a:ext uri="{FF2B5EF4-FFF2-40B4-BE49-F238E27FC236}">
                <a16:creationId xmlns:a16="http://schemas.microsoft.com/office/drawing/2014/main" id="{E032710C-D4D7-443E-F92A-DB144F9067F3}"/>
              </a:ext>
            </a:extLst>
          </p:cNvPr>
          <p:cNvSpPr>
            <a:spLocks noGrp="1"/>
          </p:cNvSpPr>
          <p:nvPr>
            <p:ph type="sldNum" sz="quarter" idx="4"/>
          </p:nvPr>
        </p:nvSpPr>
        <p:spPr>
          <a:xfrm>
            <a:off x="667512" y="187882"/>
            <a:ext cx="266609" cy="365125"/>
          </a:xfrm>
        </p:spPr>
        <p:txBody>
          <a:bodyPr anchor="ctr">
            <a:normAutofit/>
          </a:bodyPr>
          <a:lstStyle/>
          <a:p>
            <a:pPr>
              <a:spcAft>
                <a:spcPts val="600"/>
              </a:spcAft>
            </a:pPr>
            <a:fld id="{7ECAF3DD-865B-4F9E-8AEE-28157E83B0D8}" type="slidenum">
              <a:rPr lang="en-US" smtClean="0"/>
              <a:pPr>
                <a:spcAft>
                  <a:spcPts val="600"/>
                </a:spcAft>
              </a:pPr>
              <a:t>19</a:t>
            </a:fld>
            <a:endParaRPr lang="en-US"/>
          </a:p>
        </p:txBody>
      </p:sp>
      <p:sp>
        <p:nvSpPr>
          <p:cNvPr id="5" name="Footer Placeholder 4">
            <a:extLst>
              <a:ext uri="{FF2B5EF4-FFF2-40B4-BE49-F238E27FC236}">
                <a16:creationId xmlns:a16="http://schemas.microsoft.com/office/drawing/2014/main" id="{D1FE0A22-83D3-F86D-8C94-F31ECC419AE9}"/>
              </a:ext>
            </a:extLst>
          </p:cNvPr>
          <p:cNvSpPr>
            <a:spLocks noGrp="1"/>
          </p:cNvSpPr>
          <p:nvPr>
            <p:ph type="ftr" sz="quarter" idx="15"/>
          </p:nvPr>
        </p:nvSpPr>
        <p:spPr>
          <a:xfrm>
            <a:off x="934122" y="181066"/>
            <a:ext cx="3144101" cy="365125"/>
          </a:xfrm>
        </p:spPr>
        <p:txBody>
          <a:bodyPr anchor="ctr">
            <a:normAutofit/>
          </a:bodyPr>
          <a:lstStyle/>
          <a:p>
            <a:pPr>
              <a:spcAft>
                <a:spcPts val="600"/>
              </a:spcAft>
            </a:pPr>
            <a:r>
              <a:rPr lang="en-US"/>
              <a:t>Presentation title</a:t>
            </a:r>
          </a:p>
        </p:txBody>
      </p:sp>
      <p:sp>
        <p:nvSpPr>
          <p:cNvPr id="6" name="Date Placeholder 5">
            <a:extLst>
              <a:ext uri="{FF2B5EF4-FFF2-40B4-BE49-F238E27FC236}">
                <a16:creationId xmlns:a16="http://schemas.microsoft.com/office/drawing/2014/main" id="{BDBE9BFF-183B-FE0D-C611-092FED0E4C43}"/>
              </a:ext>
            </a:extLst>
          </p:cNvPr>
          <p:cNvSpPr>
            <a:spLocks noGrp="1"/>
          </p:cNvSpPr>
          <p:nvPr>
            <p:ph type="dt" sz="half" idx="2"/>
          </p:nvPr>
        </p:nvSpPr>
        <p:spPr>
          <a:xfrm>
            <a:off x="9337084" y="181004"/>
            <a:ext cx="2202644" cy="365125"/>
          </a:xfrm>
        </p:spPr>
        <p:txBody>
          <a:bodyPr anchor="ctr">
            <a:normAutofit/>
          </a:bodyPr>
          <a:lstStyle/>
          <a:p>
            <a:pPr>
              <a:spcAft>
                <a:spcPts val="600"/>
              </a:spcAft>
            </a:pPr>
            <a:fld id="{DEE4FD85-5D6D-4FA4-A373-26EC0F227592}" type="datetime1">
              <a:rPr lang="en-US" smtClean="0"/>
              <a:pPr>
                <a:spcAft>
                  <a:spcPts val="600"/>
                </a:spcAft>
              </a:pPr>
              <a:t>3/12/2026</a:t>
            </a:fld>
            <a:endParaRPr lang="en-US"/>
          </a:p>
        </p:txBody>
      </p:sp>
      <p:pic>
        <p:nvPicPr>
          <p:cNvPr id="8" name="Content Placeholder 7" descr="Network security cyber data protection encryption safety">
            <a:extLst>
              <a:ext uri="{FF2B5EF4-FFF2-40B4-BE49-F238E27FC236}">
                <a16:creationId xmlns:a16="http://schemas.microsoft.com/office/drawing/2014/main" id="{0F19EEDF-CE68-4383-AD6C-94E0BA348191}"/>
              </a:ext>
            </a:extLst>
          </p:cNvPr>
          <p:cNvPicPr>
            <a:picLocks noGrp="1" noChangeAspect="1"/>
          </p:cNvPicPr>
          <p:nvPr>
            <p:ph type="pic" sz="quarter" idx="13"/>
          </p:nvPr>
        </p:nvPicPr>
        <p:blipFill>
          <a:blip r:embed="rId3"/>
          <a:srcRect r="5554" b="-2"/>
          <a:stretch>
            <a:fillRect/>
          </a:stretch>
        </p:blipFill>
        <p:spPr>
          <a:xfrm>
            <a:off x="667512" y="2584094"/>
            <a:ext cx="4654296" cy="3696086"/>
          </a:xfrm>
        </p:spPr>
      </p:pic>
      <p:sp>
        <p:nvSpPr>
          <p:cNvPr id="3" name="Content Placeholder 2">
            <a:extLst>
              <a:ext uri="{FF2B5EF4-FFF2-40B4-BE49-F238E27FC236}">
                <a16:creationId xmlns:a16="http://schemas.microsoft.com/office/drawing/2014/main" id="{61AC880F-3B62-0630-AF98-68C5E2B89E9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41849" y="1260123"/>
            <a:ext cx="5882639" cy="5020056"/>
          </a:xfrm>
        </p:spPr>
        <p:txBody>
          <a:bodyPr>
            <a:normAutofit/>
          </a:bodyPr>
          <a:lstStyle/>
          <a:p>
            <a:pPr marL="0" indent="0">
              <a:spcBef>
                <a:spcPts val="2500"/>
              </a:spcBef>
              <a:buFont typeface="Arial" panose="020B0604020202020204" pitchFamily="34" charset="0"/>
              <a:buNone/>
            </a:pPr>
            <a:r>
              <a:rPr lang="en-US" b="1"/>
              <a:t>Performance and Scalability</a:t>
            </a:r>
          </a:p>
          <a:p>
            <a:pPr marL="0" lvl="1" indent="0">
              <a:buFont typeface="Arial" panose="020B0604020202020204" pitchFamily="34" charset="0"/>
              <a:buNone/>
            </a:pPr>
            <a:r>
              <a:t>The platform must load pages quickly and support many concurrent users without performance drops.</a:t>
            </a:r>
            <a:endParaRPr lang="en-US"/>
          </a:p>
          <a:p>
            <a:pPr marL="0" indent="0">
              <a:spcBef>
                <a:spcPts val="2500"/>
              </a:spcBef>
              <a:buFont typeface="Arial" panose="020B0604020202020204" pitchFamily="34" charset="0"/>
              <a:buNone/>
            </a:pPr>
            <a:r>
              <a:rPr lang="en-US" b="1"/>
              <a:t>Security Compliance</a:t>
            </a:r>
          </a:p>
          <a:p>
            <a:pPr marL="0" lvl="1" indent="0">
              <a:buFont typeface="Arial" panose="020B0604020202020204" pitchFamily="34" charset="0"/>
              <a:buNone/>
            </a:pPr>
            <a:r>
              <a:t>Ensuring encrypted data storage, role-based access, and compliance with healthcare regulations is essential.</a:t>
            </a:r>
            <a:endParaRPr lang="en-US"/>
          </a:p>
          <a:p>
            <a:pPr marL="0" indent="0">
              <a:spcBef>
                <a:spcPts val="2500"/>
              </a:spcBef>
              <a:buFont typeface="Arial" panose="020B0604020202020204" pitchFamily="34" charset="0"/>
              <a:buNone/>
            </a:pPr>
            <a:r>
              <a:rPr lang="en-US" b="1"/>
              <a:t>Usability and Design</a:t>
            </a:r>
          </a:p>
          <a:p>
            <a:pPr marL="0" lvl="1" indent="0">
              <a:buFont typeface="Arial" panose="020B0604020202020204" pitchFamily="34" charset="0"/>
              <a:buNone/>
            </a:pPr>
            <a:r>
              <a:t>Mobile-first design with minimal interaction steps and clear visuals improves user experience and adoption.</a:t>
            </a:r>
            <a:endParaRPr lang="en-US"/>
          </a:p>
          <a:p>
            <a:pPr marL="0" indent="0">
              <a:spcBef>
                <a:spcPts val="2500"/>
              </a:spcBef>
              <a:buFont typeface="Arial" panose="020B0604020202020204" pitchFamily="34" charset="0"/>
              <a:buNone/>
            </a:pPr>
            <a:r>
              <a:rPr lang="en-US" b="1"/>
              <a:t>Operational Risk Reduction</a:t>
            </a:r>
          </a:p>
          <a:p>
            <a:pPr marL="0" lvl="1" indent="0">
              <a:buFont typeface="Arial" panose="020B0604020202020204" pitchFamily="34" charset="0"/>
              <a:buNone/>
            </a:pPr>
            <a:r>
              <a:t>Strong non-functional requirements reduce risks and support sustainable scaling as user base grows.</a:t>
            </a:r>
            <a:endParaRPr lang="en-US"/>
          </a:p>
        </p:txBody>
      </p:sp>
    </p:spTree>
    <p:extLst>
      <p:ext uri="{BB962C8B-B14F-4D97-AF65-F5344CB8AC3E}">
        <p14:creationId xmlns:p14="http://schemas.microsoft.com/office/powerpoint/2010/main" val="11467405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D3CC2-ACA0-8672-69C5-DCA33BCBC04B}"/>
              </a:ext>
            </a:extLst>
          </p:cNvPr>
          <p:cNvSpPr>
            <a:spLocks noGrp="1"/>
          </p:cNvSpPr>
          <p:nvPr>
            <p:ph type="title"/>
          </p:nvPr>
        </p:nvSpPr>
        <p:spPr>
          <a:xfrm>
            <a:off x="667509" y="1261872"/>
            <a:ext cx="8385049" cy="1027074"/>
          </a:xfrm>
        </p:spPr>
        <p:txBody>
          <a:bodyPr anchor="b">
            <a:normAutofit/>
          </a:bodyPr>
          <a:lstStyle/>
          <a:p>
            <a:r>
              <a:rPr lang="en-US" sz="3700"/>
              <a:t>Success Metrics and Business Impact</a:t>
            </a:r>
          </a:p>
        </p:txBody>
      </p:sp>
      <p:sp>
        <p:nvSpPr>
          <p:cNvPr id="4" name="Slide Number Placeholder 3">
            <a:extLst>
              <a:ext uri="{FF2B5EF4-FFF2-40B4-BE49-F238E27FC236}">
                <a16:creationId xmlns:a16="http://schemas.microsoft.com/office/drawing/2014/main" id="{F68E0B6B-24D1-1CB4-067C-C0E67544E11C}"/>
              </a:ext>
            </a:extLst>
          </p:cNvPr>
          <p:cNvSpPr>
            <a:spLocks noGrp="1"/>
          </p:cNvSpPr>
          <p:nvPr>
            <p:ph type="sldNum" sz="quarter" idx="4"/>
          </p:nvPr>
        </p:nvSpPr>
        <p:spPr>
          <a:xfrm>
            <a:off x="667512" y="187882"/>
            <a:ext cx="266609" cy="365125"/>
          </a:xfrm>
        </p:spPr>
        <p:txBody>
          <a:bodyPr anchor="ctr">
            <a:normAutofit/>
          </a:bodyPr>
          <a:lstStyle/>
          <a:p>
            <a:pPr>
              <a:spcAft>
                <a:spcPts val="600"/>
              </a:spcAft>
            </a:pPr>
            <a:fld id="{7ECAF3DD-865B-4F9E-8AEE-28157E83B0D8}" type="slidenum">
              <a:rPr lang="en-US" smtClean="0"/>
              <a:pPr>
                <a:spcAft>
                  <a:spcPts val="600"/>
                </a:spcAft>
              </a:pPr>
              <a:t>20</a:t>
            </a:fld>
            <a:endParaRPr lang="en-US"/>
          </a:p>
        </p:txBody>
      </p:sp>
      <p:sp>
        <p:nvSpPr>
          <p:cNvPr id="5" name="Footer Placeholder 4">
            <a:extLst>
              <a:ext uri="{FF2B5EF4-FFF2-40B4-BE49-F238E27FC236}">
                <a16:creationId xmlns:a16="http://schemas.microsoft.com/office/drawing/2014/main" id="{B392088E-DEFA-4417-0C76-E20322942FB0}"/>
              </a:ext>
            </a:extLst>
          </p:cNvPr>
          <p:cNvSpPr>
            <a:spLocks noGrp="1"/>
          </p:cNvSpPr>
          <p:nvPr>
            <p:ph type="ftr" sz="quarter" idx="15"/>
          </p:nvPr>
        </p:nvSpPr>
        <p:spPr>
          <a:xfrm>
            <a:off x="934122" y="181066"/>
            <a:ext cx="3144101" cy="365125"/>
          </a:xfrm>
        </p:spPr>
        <p:txBody>
          <a:bodyPr anchor="ctr">
            <a:normAutofit/>
          </a:bodyPr>
          <a:lstStyle/>
          <a:p>
            <a:pPr>
              <a:spcAft>
                <a:spcPts val="600"/>
              </a:spcAft>
            </a:pPr>
            <a:r>
              <a:rPr lang="en-US"/>
              <a:t>Presentation title</a:t>
            </a:r>
          </a:p>
        </p:txBody>
      </p:sp>
      <p:sp>
        <p:nvSpPr>
          <p:cNvPr id="6" name="Date Placeholder 5">
            <a:extLst>
              <a:ext uri="{FF2B5EF4-FFF2-40B4-BE49-F238E27FC236}">
                <a16:creationId xmlns:a16="http://schemas.microsoft.com/office/drawing/2014/main" id="{02EC00DD-21BD-2956-5CF2-20EADD289C9D}"/>
              </a:ext>
            </a:extLst>
          </p:cNvPr>
          <p:cNvSpPr>
            <a:spLocks noGrp="1"/>
          </p:cNvSpPr>
          <p:nvPr>
            <p:ph type="dt" sz="half" idx="2"/>
          </p:nvPr>
        </p:nvSpPr>
        <p:spPr>
          <a:xfrm>
            <a:off x="9337084" y="181004"/>
            <a:ext cx="2202644" cy="365125"/>
          </a:xfrm>
        </p:spPr>
        <p:txBody>
          <a:bodyPr anchor="ctr">
            <a:normAutofit/>
          </a:bodyPr>
          <a:lstStyle/>
          <a:p>
            <a:pPr>
              <a:spcAft>
                <a:spcPts val="600"/>
              </a:spcAft>
            </a:pPr>
            <a:fld id="{DEE4FD85-5D6D-4FA4-A373-26EC0F227592}" type="datetime1">
              <a:rPr lang="en-US" smtClean="0"/>
              <a:pPr>
                <a:spcAft>
                  <a:spcPts val="600"/>
                </a:spcAft>
              </a:pPr>
              <a:t>3/12/2026</a:t>
            </a:fld>
            <a:endParaRPr lang="en-US"/>
          </a:p>
        </p:txBody>
      </p:sp>
      <p:sp>
        <p:nvSpPr>
          <p:cNvPr id="3" name="Content Placeholder 2">
            <a:extLst>
              <a:ext uri="{FF2B5EF4-FFF2-40B4-BE49-F238E27FC236}">
                <a16:creationId xmlns:a16="http://schemas.microsoft.com/office/drawing/2014/main" id="{1E83E07C-781D-E7F5-959E-62AEEBA3FEA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67511" y="2584092"/>
            <a:ext cx="8385048" cy="3696086"/>
          </a:xfrm>
        </p:spPr>
        <p:txBody>
          <a:bodyPr>
            <a:normAutofit/>
          </a:bodyPr>
          <a:lstStyle/>
          <a:p>
            <a:pPr marL="0" indent="0">
              <a:spcBef>
                <a:spcPts val="2500"/>
              </a:spcBef>
              <a:buFont typeface="Arial" panose="020B0604020202020204" pitchFamily="34" charset="0"/>
              <a:buNone/>
            </a:pPr>
            <a:r>
              <a:rPr lang="en-US" sz="1300" b="1"/>
              <a:t>User Engagement Metrics</a:t>
            </a:r>
          </a:p>
          <a:p>
            <a:pPr marL="0" lvl="1" indent="0">
              <a:buFont typeface="Arial" panose="020B0604020202020204" pitchFamily="34" charset="0"/>
              <a:buNone/>
            </a:pPr>
            <a:r>
              <a:rPr lang="en-US" sz="1300"/>
              <a:t>User registrations, weekly active usage, and assessment completion rates indicate platform engagement and usability.</a:t>
            </a:r>
          </a:p>
          <a:p>
            <a:pPr marL="0" indent="0">
              <a:spcBef>
                <a:spcPts val="2500"/>
              </a:spcBef>
              <a:buFont typeface="Arial" panose="020B0604020202020204" pitchFamily="34" charset="0"/>
              <a:buNone/>
            </a:pPr>
            <a:r>
              <a:rPr lang="en-US" sz="1300" b="1"/>
              <a:t>Health Outcome Indicators</a:t>
            </a:r>
          </a:p>
          <a:p>
            <a:pPr marL="0" lvl="1" indent="0">
              <a:buFont typeface="Arial" panose="020B0604020202020204" pitchFamily="34" charset="0"/>
              <a:buNone/>
            </a:pPr>
            <a:r>
              <a:rPr lang="en-US" sz="1300"/>
              <a:t>Goal achievement rates serve as proxies to measure the real-world health impact of the platform.</a:t>
            </a:r>
          </a:p>
          <a:p>
            <a:pPr marL="0" indent="0">
              <a:spcBef>
                <a:spcPts val="2500"/>
              </a:spcBef>
              <a:buFont typeface="Arial" panose="020B0604020202020204" pitchFamily="34" charset="0"/>
              <a:buNone/>
            </a:pPr>
            <a:r>
              <a:rPr lang="en-US" sz="1300" b="1"/>
              <a:t>Business Performance Metrics</a:t>
            </a:r>
          </a:p>
          <a:p>
            <a:pPr marL="0" lvl="1" indent="0">
              <a:buFont typeface="Arial" panose="020B0604020202020204" pitchFamily="34" charset="0"/>
              <a:buNone/>
            </a:pPr>
            <a:r>
              <a:rPr lang="en-US" sz="1300"/>
              <a:t>Premium conversion rates and net promoter score reflect commercial success and customer satisfaction.</a:t>
            </a:r>
          </a:p>
          <a:p>
            <a:pPr marL="0" indent="0">
              <a:spcBef>
                <a:spcPts val="2500"/>
              </a:spcBef>
              <a:buFont typeface="Arial" panose="020B0604020202020204" pitchFamily="34" charset="0"/>
              <a:buNone/>
            </a:pPr>
            <a:r>
              <a:rPr lang="en-US" sz="1300" b="1"/>
              <a:t>Corporate Wellness Impact</a:t>
            </a:r>
          </a:p>
          <a:p>
            <a:pPr marL="0" lvl="1" indent="0">
              <a:buFont typeface="Arial" panose="020B0604020202020204" pitchFamily="34" charset="0"/>
              <a:buNone/>
            </a:pPr>
            <a:r>
              <a:rPr lang="en-US" sz="1300"/>
              <a:t>Reduced healthcare costs and increased employee wellness participation demonstrate corporate client value.</a:t>
            </a:r>
          </a:p>
        </p:txBody>
      </p:sp>
      <p:pic>
        <p:nvPicPr>
          <p:cNvPr id="8" name="Content Placeholder 7" descr="abstract  wireless 5G wifi technology">
            <a:extLst>
              <a:ext uri="{FF2B5EF4-FFF2-40B4-BE49-F238E27FC236}">
                <a16:creationId xmlns:a16="http://schemas.microsoft.com/office/drawing/2014/main" id="{70EEA321-152A-4028-A67A-4F99CE26EDAE}"/>
              </a:ext>
            </a:extLst>
          </p:cNvPr>
          <p:cNvPicPr>
            <a:picLocks noGrp="1" noChangeAspect="1"/>
          </p:cNvPicPr>
          <p:nvPr>
            <p:ph type="pic" sz="quarter" idx="13"/>
          </p:nvPr>
        </p:nvPicPr>
        <p:blipFill>
          <a:blip r:embed="rId3"/>
          <a:srcRect l="45295" r="10838" b="2"/>
          <a:stretch>
            <a:fillRect/>
          </a:stretch>
        </p:blipFill>
        <p:spPr>
          <a:xfrm>
            <a:off x="9372601" y="1261872"/>
            <a:ext cx="2151888" cy="5018307"/>
          </a:xfrm>
        </p:spPr>
      </p:pic>
    </p:spTree>
    <p:extLst>
      <p:ext uri="{BB962C8B-B14F-4D97-AF65-F5344CB8AC3E}">
        <p14:creationId xmlns:p14="http://schemas.microsoft.com/office/powerpoint/2010/main" val="31055442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B64B7-C64F-4722-7360-A36EF528A89D}"/>
              </a:ext>
            </a:extLst>
          </p:cNvPr>
          <p:cNvSpPr>
            <a:spLocks noGrp="1"/>
          </p:cNvSpPr>
          <p:nvPr>
            <p:ph type="title"/>
          </p:nvPr>
        </p:nvSpPr>
        <p:spPr>
          <a:xfrm>
            <a:off x="667512" y="1260124"/>
            <a:ext cx="4654296" cy="1004010"/>
          </a:xfrm>
        </p:spPr>
        <p:txBody>
          <a:bodyPr anchor="t">
            <a:normAutofit/>
          </a:bodyPr>
          <a:lstStyle/>
          <a:p>
            <a:r>
              <a:rPr lang="en-US" sz="3400"/>
              <a:t>Roadmap, Next Steps, and Approvals</a:t>
            </a:r>
          </a:p>
        </p:txBody>
      </p:sp>
      <p:sp>
        <p:nvSpPr>
          <p:cNvPr id="4" name="Slide Number Placeholder 3">
            <a:extLst>
              <a:ext uri="{FF2B5EF4-FFF2-40B4-BE49-F238E27FC236}">
                <a16:creationId xmlns:a16="http://schemas.microsoft.com/office/drawing/2014/main" id="{812E6A24-6C57-C38D-EDA6-FF13C2701DD1}"/>
              </a:ext>
            </a:extLst>
          </p:cNvPr>
          <p:cNvSpPr>
            <a:spLocks noGrp="1"/>
          </p:cNvSpPr>
          <p:nvPr>
            <p:ph type="sldNum" sz="quarter" idx="4"/>
          </p:nvPr>
        </p:nvSpPr>
        <p:spPr>
          <a:xfrm>
            <a:off x="667512" y="187882"/>
            <a:ext cx="266609" cy="365125"/>
          </a:xfrm>
        </p:spPr>
        <p:txBody>
          <a:bodyPr anchor="ctr">
            <a:normAutofit/>
          </a:bodyPr>
          <a:lstStyle/>
          <a:p>
            <a:pPr>
              <a:spcAft>
                <a:spcPts val="600"/>
              </a:spcAft>
            </a:pPr>
            <a:fld id="{7ECAF3DD-865B-4F9E-8AEE-28157E83B0D8}" type="slidenum">
              <a:rPr lang="en-US" smtClean="0"/>
              <a:pPr>
                <a:spcAft>
                  <a:spcPts val="600"/>
                </a:spcAft>
              </a:pPr>
              <a:t>21</a:t>
            </a:fld>
            <a:endParaRPr lang="en-US"/>
          </a:p>
        </p:txBody>
      </p:sp>
      <p:sp>
        <p:nvSpPr>
          <p:cNvPr id="5" name="Footer Placeholder 4">
            <a:extLst>
              <a:ext uri="{FF2B5EF4-FFF2-40B4-BE49-F238E27FC236}">
                <a16:creationId xmlns:a16="http://schemas.microsoft.com/office/drawing/2014/main" id="{6523F1AA-9E59-68F6-3EEB-0C0CB235E7BC}"/>
              </a:ext>
            </a:extLst>
          </p:cNvPr>
          <p:cNvSpPr>
            <a:spLocks noGrp="1"/>
          </p:cNvSpPr>
          <p:nvPr>
            <p:ph type="ftr" sz="quarter" idx="15"/>
          </p:nvPr>
        </p:nvSpPr>
        <p:spPr>
          <a:xfrm>
            <a:off x="934122" y="181066"/>
            <a:ext cx="3144101" cy="365125"/>
          </a:xfrm>
        </p:spPr>
        <p:txBody>
          <a:bodyPr anchor="ctr">
            <a:normAutofit/>
          </a:bodyPr>
          <a:lstStyle/>
          <a:p>
            <a:pPr>
              <a:spcAft>
                <a:spcPts val="600"/>
              </a:spcAft>
            </a:pPr>
            <a:r>
              <a:rPr lang="en-US"/>
              <a:t>Presentation title</a:t>
            </a:r>
          </a:p>
        </p:txBody>
      </p:sp>
      <p:sp>
        <p:nvSpPr>
          <p:cNvPr id="6" name="Date Placeholder 5">
            <a:extLst>
              <a:ext uri="{FF2B5EF4-FFF2-40B4-BE49-F238E27FC236}">
                <a16:creationId xmlns:a16="http://schemas.microsoft.com/office/drawing/2014/main" id="{9B583F12-81C0-D462-B296-383A25023AA2}"/>
              </a:ext>
            </a:extLst>
          </p:cNvPr>
          <p:cNvSpPr>
            <a:spLocks noGrp="1"/>
          </p:cNvSpPr>
          <p:nvPr>
            <p:ph type="dt" sz="half" idx="2"/>
          </p:nvPr>
        </p:nvSpPr>
        <p:spPr>
          <a:xfrm>
            <a:off x="9337084" y="181004"/>
            <a:ext cx="2202644" cy="365125"/>
          </a:xfrm>
        </p:spPr>
        <p:txBody>
          <a:bodyPr anchor="ctr">
            <a:normAutofit/>
          </a:bodyPr>
          <a:lstStyle/>
          <a:p>
            <a:pPr>
              <a:spcAft>
                <a:spcPts val="600"/>
              </a:spcAft>
            </a:pPr>
            <a:fld id="{DEE4FD85-5D6D-4FA4-A373-26EC0F227592}" type="datetime1">
              <a:rPr lang="en-US" smtClean="0"/>
              <a:pPr>
                <a:spcAft>
                  <a:spcPts val="600"/>
                </a:spcAft>
              </a:pPr>
              <a:t>3/12/2026</a:t>
            </a:fld>
            <a:endParaRPr lang="en-US"/>
          </a:p>
        </p:txBody>
      </p:sp>
      <p:pic>
        <p:nvPicPr>
          <p:cNvPr id="8" name="Content Placeholder 7" descr="Social media and people 4K">
            <a:extLst>
              <a:ext uri="{FF2B5EF4-FFF2-40B4-BE49-F238E27FC236}">
                <a16:creationId xmlns:a16="http://schemas.microsoft.com/office/drawing/2014/main" id="{4CDC6D8E-173C-4E57-910E-36FC375F779C}"/>
              </a:ext>
            </a:extLst>
          </p:cNvPr>
          <p:cNvPicPr>
            <a:picLocks noGrp="1" noChangeAspect="1"/>
          </p:cNvPicPr>
          <p:nvPr>
            <p:ph type="pic" sz="quarter" idx="13"/>
          </p:nvPr>
        </p:nvPicPr>
        <p:blipFill>
          <a:blip r:embed="rId3"/>
          <a:stretch/>
        </p:blipFill>
        <p:spPr>
          <a:xfrm>
            <a:off x="667512" y="3123116"/>
            <a:ext cx="4654296" cy="2618041"/>
          </a:xfrm>
        </p:spPr>
      </p:pic>
      <p:sp>
        <p:nvSpPr>
          <p:cNvPr id="3" name="Content Placeholder 2">
            <a:extLst>
              <a:ext uri="{FF2B5EF4-FFF2-40B4-BE49-F238E27FC236}">
                <a16:creationId xmlns:a16="http://schemas.microsoft.com/office/drawing/2014/main" id="{74D9E9DB-3180-D6FF-AF22-6ADD971814E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41849" y="1260123"/>
            <a:ext cx="5882639" cy="5020056"/>
          </a:xfrm>
        </p:spPr>
        <p:txBody>
          <a:bodyPr>
            <a:normAutofit/>
          </a:bodyPr>
          <a:lstStyle/>
          <a:p>
            <a:pPr marL="0" indent="0">
              <a:spcBef>
                <a:spcPts val="2500"/>
              </a:spcBef>
              <a:buFont typeface="Arial" panose="020B0604020202020204" pitchFamily="34" charset="0"/>
              <a:buNone/>
            </a:pPr>
            <a:r>
              <a:rPr lang="en-US" b="1"/>
              <a:t>Governance and Approval</a:t>
            </a:r>
          </a:p>
          <a:p>
            <a:pPr marL="0" lvl="1" indent="0">
              <a:buFont typeface="Arial" panose="020B0604020202020204" pitchFamily="34" charset="0"/>
              <a:buNone/>
            </a:pPr>
            <a:r>
              <a:t>Stakeholder review and approval ensure project alignment and accountability before development begins.</a:t>
            </a:r>
            <a:endParaRPr lang="en-US"/>
          </a:p>
          <a:p>
            <a:pPr marL="0" indent="0">
              <a:spcBef>
                <a:spcPts val="2500"/>
              </a:spcBef>
              <a:buFont typeface="Arial" panose="020B0604020202020204" pitchFamily="34" charset="0"/>
              <a:buNone/>
            </a:pPr>
            <a:r>
              <a:rPr lang="en-US" b="1"/>
              <a:t>Technical and Medical Validation</a:t>
            </a:r>
          </a:p>
          <a:p>
            <a:pPr marL="0" lvl="1" indent="0">
              <a:buFont typeface="Arial" panose="020B0604020202020204" pitchFamily="34" charset="0"/>
              <a:buNone/>
            </a:pPr>
            <a:r>
              <a:t>Finalizing architecture and medical validation mitigates risks prior to platform development.</a:t>
            </a:r>
            <a:endParaRPr lang="en-US"/>
          </a:p>
          <a:p>
            <a:pPr marL="0" indent="0">
              <a:spcBef>
                <a:spcPts val="2500"/>
              </a:spcBef>
              <a:buFont typeface="Arial" panose="020B0604020202020204" pitchFamily="34" charset="0"/>
              <a:buNone/>
            </a:pPr>
            <a:r>
              <a:rPr lang="en-US" b="1"/>
              <a:t>UI and UX Wireframes</a:t>
            </a:r>
          </a:p>
          <a:p>
            <a:pPr marL="0" lvl="1" indent="0">
              <a:buFont typeface="Arial" panose="020B0604020202020204" pitchFamily="34" charset="0"/>
              <a:buNone/>
            </a:pPr>
            <a:r>
              <a:t>Wireframe creation turns requirements into tangible user experiences to guide development.</a:t>
            </a:r>
            <a:endParaRPr lang="en-US"/>
          </a:p>
          <a:p>
            <a:pPr marL="0" indent="0">
              <a:spcBef>
                <a:spcPts val="2500"/>
              </a:spcBef>
              <a:buFont typeface="Arial" panose="020B0604020202020204" pitchFamily="34" charset="0"/>
              <a:buNone/>
            </a:pPr>
            <a:r>
              <a:rPr lang="en-US" b="1"/>
              <a:t>Roadmap and Execution</a:t>
            </a:r>
          </a:p>
          <a:p>
            <a:pPr marL="0" lvl="1" indent="0">
              <a:buFont typeface="Arial" panose="020B0604020202020204" pitchFamily="34" charset="0"/>
              <a:buNone/>
            </a:pPr>
            <a:r>
              <a:t>MVP establishes core features; future phases add analytics and integrations with clear ownership.</a:t>
            </a:r>
            <a:endParaRPr lang="en-US"/>
          </a:p>
        </p:txBody>
      </p:sp>
    </p:spTree>
    <p:extLst>
      <p:ext uri="{BB962C8B-B14F-4D97-AF65-F5344CB8AC3E}">
        <p14:creationId xmlns:p14="http://schemas.microsoft.com/office/powerpoint/2010/main" val="295738639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Greener acres">
  <a:themeElements>
    <a:clrScheme name="Custom 74">
      <a:dk1>
        <a:srgbClr val="01463E"/>
      </a:dk1>
      <a:lt1>
        <a:sysClr val="window" lastClr="FFFFFF"/>
      </a:lt1>
      <a:dk2>
        <a:srgbClr val="000000"/>
      </a:dk2>
      <a:lt2>
        <a:srgbClr val="FFFFFF"/>
      </a:lt2>
      <a:accent1>
        <a:srgbClr val="88B1CA"/>
      </a:accent1>
      <a:accent2>
        <a:srgbClr val="E15544"/>
      </a:accent2>
      <a:accent3>
        <a:srgbClr val="E37A8B"/>
      </a:accent3>
      <a:accent4>
        <a:srgbClr val="8AB9A8"/>
      </a:accent4>
      <a:accent5>
        <a:srgbClr val="A28CD2"/>
      </a:accent5>
      <a:accent6>
        <a:srgbClr val="EBE1D8"/>
      </a:accent6>
      <a:hlink>
        <a:srgbClr val="467886"/>
      </a:hlink>
      <a:folHlink>
        <a:srgbClr val="96607D"/>
      </a:folHlink>
    </a:clrScheme>
    <a:fontScheme name="Custom 21">
      <a:majorFont>
        <a:latin typeface="Avenir Next LT Pro"/>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B-B01_Document_win32_LW_V6" id="{D7C51510-76B3-4E3E-B1F1-02C5966E46FE}" vid="{7A8C32E0-CE1D-4A5A-82D6-24B0B725BB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230e9df3-be65-4c73-a93b-d1236ebd677e" xsi:nil="true"/>
    <Image xmlns="71af3243-3dd4-4a8d-8c0d-dd76da1f02a5">
      <Url xsi:nil="true"/>
      <Description xsi:nil="true"/>
    </Image>
    <Status xmlns="71af3243-3dd4-4a8d-8c0d-dd76da1f02a5">Not started</Status>
    <Background xmlns="71af3243-3dd4-4a8d-8c0d-dd76da1f02a5">false</Background>
    <ImageTagsTaxHTField xmlns="71af3243-3dd4-4a8d-8c0d-dd76da1f02a5">
      <Terms xmlns="http://schemas.microsoft.com/office/infopath/2007/PartnerControls"/>
    </ImageTagsTaxHTField>
    <MediaServiceKeyPoints xmlns="71af3243-3dd4-4a8d-8c0d-dd76da1f02a5" xsi:nil="true"/>
  </documentManagement>
</p:properties>
</file>

<file path=customXml/itemProps1.xml><?xml version="1.0" encoding="utf-8"?>
<ds:datastoreItem xmlns:ds="http://schemas.openxmlformats.org/officeDocument/2006/customXml" ds:itemID="{094E715A-E89E-4D2B-BDA6-D6593AD9E0E5}">
  <ds:schemaRefs>
    <ds:schemaRef ds:uri="http://schemas.microsoft.com/sharepoint/v3/contenttype/forms"/>
  </ds:schemaRefs>
</ds:datastoreItem>
</file>

<file path=customXml/itemProps2.xml><?xml version="1.0" encoding="utf-8"?>
<ds:datastoreItem xmlns:ds="http://schemas.openxmlformats.org/officeDocument/2006/customXml" ds:itemID="{7D6024DA-9507-4F01-9AF0-08D44D86FAC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C3C7AED-0012-46FA-9D94-32A94FCFC643}">
  <ds:schemaRefs>
    <ds:schemaRef ds:uri="http://schemas.microsoft.com/office/2006/documentManagement/types"/>
    <ds:schemaRef ds:uri="230e9df3-be65-4c73-a93b-d1236ebd677e"/>
    <ds:schemaRef ds:uri="http://purl.org/dc/dcmitype/"/>
    <ds:schemaRef ds:uri="http://schemas.microsoft.com/office/infopath/2007/PartnerControls"/>
    <ds:schemaRef ds:uri="http://schemas.openxmlformats.org/package/2006/metadata/core-properties"/>
    <ds:schemaRef ds:uri="71af3243-3dd4-4a8d-8c0d-dd76da1f02a5"/>
    <ds:schemaRef ds:uri="16c05727-aa75-4e4a-9b5f-8a80a1165891"/>
    <ds:schemaRef ds:uri="http://schemas.microsoft.com/sharepoint/v3"/>
    <ds:schemaRef ds:uri="http://purl.org/dc/terms/"/>
    <ds:schemaRef ds:uri="http://schemas.microsoft.com/office/2006/metadata/properties"/>
    <ds:schemaRef ds:uri="http://www.w3.org/XML/1998/namespace"/>
    <ds:schemaRef ds:uri="http://purl.org/dc/elements/1.1/"/>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10841</TotalTime>
  <Words>3790</Words>
  <Application>Microsoft Office PowerPoint</Application>
  <PresentationFormat>Widescreen</PresentationFormat>
  <Paragraphs>247</Paragraphs>
  <Slides>21</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Aptos</vt:lpstr>
      <vt:lpstr>Arial</vt:lpstr>
      <vt:lpstr>Avenir Next LT Pro</vt:lpstr>
      <vt:lpstr>Avenir Next LT Pro Light</vt:lpstr>
      <vt:lpstr>Greener acres</vt:lpstr>
      <vt:lpstr>HealthifyMe HealthCheck Platform – Consulting-Style Business Requirements Overview</vt:lpstr>
      <vt:lpstr>Strategic Context and Value Proposition</vt:lpstr>
      <vt:lpstr>Executive Summary and Platform Vision</vt:lpstr>
      <vt:lpstr>Business Problem and Market Opportunity</vt:lpstr>
      <vt:lpstr>Strategic Objectives and Success Targets</vt:lpstr>
      <vt:lpstr>Scope Definition and Metric Framework</vt:lpstr>
      <vt:lpstr>In-Scope Capabilities and Core Features</vt:lpstr>
      <vt:lpstr>Out-of-Scope Items and Phase Boundaries</vt:lpstr>
      <vt:lpstr>Key Health Metrics and Measurement Logic</vt:lpstr>
      <vt:lpstr>Functional Capabilities and User Experience</vt:lpstr>
      <vt:lpstr>User Onboarding and Profile Management</vt:lpstr>
      <vt:lpstr>Health Assessment and Real-Time Calculations</vt:lpstr>
      <vt:lpstr>Personalized Recommendations and Insights</vt:lpstr>
      <vt:lpstr>Dashboards, Analytics, and Journey</vt:lpstr>
      <vt:lpstr>Progress Dashboards and Visual Analytics</vt:lpstr>
      <vt:lpstr>BMI and Health Metric Dashboards</vt:lpstr>
      <vt:lpstr>End-to-End User Journey Flow</vt:lpstr>
      <vt:lpstr>Delivery, Governance, and Outcomes</vt:lpstr>
      <vt:lpstr>Non-Functional Requirements and Quality Standards</vt:lpstr>
      <vt:lpstr>Success Metrics and Business Impact</vt:lpstr>
      <vt:lpstr>Roadmap, Next Steps, and Approvals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lastModifiedBy>Senthil Babu</cp:lastModifiedBy>
  <cp:revision>1</cp:revision>
  <dcterms:created xsi:type="dcterms:W3CDTF">2025-10-30T20:20:56Z</dcterms:created>
  <dcterms:modified xsi:type="dcterms:W3CDTF">2026-03-13T00:45:35Z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